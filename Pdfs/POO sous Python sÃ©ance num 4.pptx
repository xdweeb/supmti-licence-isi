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99" r:id="rId9"/>
    <p:sldId id="264" r:id="rId10"/>
    <p:sldId id="265" r:id="rId11"/>
    <p:sldId id="266" r:id="rId12"/>
    <p:sldId id="267" r:id="rId13"/>
    <p:sldId id="268" r:id="rId14"/>
    <p:sldId id="300" r:id="rId15"/>
    <p:sldId id="269" r:id="rId16"/>
    <p:sldId id="270" r:id="rId17"/>
    <p:sldId id="271" r:id="rId18"/>
    <p:sldId id="272" r:id="rId19"/>
    <p:sldId id="273" r:id="rId20"/>
    <p:sldId id="301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302" r:id="rId34"/>
    <p:sldId id="286" r:id="rId35"/>
    <p:sldId id="287" r:id="rId36"/>
    <p:sldId id="303" r:id="rId37"/>
    <p:sldId id="288" r:id="rId38"/>
    <p:sldId id="289" r:id="rId39"/>
    <p:sldId id="290" r:id="rId40"/>
    <p:sldId id="304" r:id="rId41"/>
    <p:sldId id="291" r:id="rId42"/>
    <p:sldId id="292" r:id="rId43"/>
    <p:sldId id="294" r:id="rId44"/>
    <p:sldId id="295" r:id="rId45"/>
    <p:sldId id="296" r:id="rId46"/>
    <p:sldId id="297" r:id="rId47"/>
    <p:sldId id="298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C1C65-90CF-4DB6-9001-20C1FF2668BF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73B6-8D1C-4532-ADD5-E8230559CC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17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C1C65-90CF-4DB6-9001-20C1FF2668BF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73B6-8D1C-4532-ADD5-E8230559CC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38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C1C65-90CF-4DB6-9001-20C1FF2668BF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73B6-8D1C-4532-ADD5-E8230559CC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78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C1C65-90CF-4DB6-9001-20C1FF2668BF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73B6-8D1C-4532-ADD5-E8230559CC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8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C1C65-90CF-4DB6-9001-20C1FF2668BF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73B6-8D1C-4532-ADD5-E8230559CC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672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C1C65-90CF-4DB6-9001-20C1FF2668BF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73B6-8D1C-4532-ADD5-E8230559CC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227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C1C65-90CF-4DB6-9001-20C1FF2668BF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73B6-8D1C-4532-ADD5-E8230559CC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194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C1C65-90CF-4DB6-9001-20C1FF2668BF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73B6-8D1C-4532-ADD5-E8230559CC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9889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C1C65-90CF-4DB6-9001-20C1FF2668BF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73B6-8D1C-4532-ADD5-E8230559CC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20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C1C65-90CF-4DB6-9001-20C1FF2668BF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73B6-8D1C-4532-ADD5-E8230559CC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678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C1C65-90CF-4DB6-9001-20C1FF2668BF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73B6-8D1C-4532-ADD5-E8230559CC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850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C1C65-90CF-4DB6-9001-20C1FF2668BF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173B6-8D1C-4532-ADD5-E8230559CC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40965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245FC8-2552-0C4A-0272-999B20D65B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POO sous Python séance </a:t>
            </a:r>
            <a:r>
              <a:rPr lang="fr-FR" dirty="0" err="1"/>
              <a:t>num</a:t>
            </a:r>
            <a:r>
              <a:rPr lang="fr-FR" dirty="0"/>
              <a:t> 4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7EBE7DA-1154-164E-BCAF-AFCF444B1F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fr-FR" dirty="0"/>
              <a:t>Enseignant : GHNEM</a:t>
            </a:r>
          </a:p>
        </p:txBody>
      </p:sp>
    </p:spTree>
    <p:extLst>
      <p:ext uri="{BB962C8B-B14F-4D97-AF65-F5344CB8AC3E}">
        <p14:creationId xmlns:p14="http://schemas.microsoft.com/office/powerpoint/2010/main" val="224997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2CBB18-AD0F-731A-99EA-5B539349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29875" cy="873125"/>
          </a:xfrm>
        </p:spPr>
        <p:txBody>
          <a:bodyPr/>
          <a:lstStyle/>
          <a:p>
            <a:r>
              <a:rPr lang="fr-FR" b="1" dirty="0"/>
              <a:t>Séance </a:t>
            </a:r>
            <a:r>
              <a:rPr lang="fr-FR" b="1"/>
              <a:t>numéro 4 </a:t>
            </a:r>
            <a:r>
              <a:rPr lang="fr-FR" b="1" dirty="0"/>
              <a:t>: Fondamentaux de la POO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D1119E-EBC2-FA3A-B645-389AD57E1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1238250"/>
            <a:ext cx="10515600" cy="4700588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fr-FR" dirty="0">
                <a:solidFill>
                  <a:srgbClr val="EE0000"/>
                </a:solidFill>
              </a:rPr>
              <a:t>Sommaire </a:t>
            </a:r>
          </a:p>
          <a:p>
            <a:pPr marL="0" indent="0">
              <a:buNone/>
            </a:pPr>
            <a:br>
              <a:rPr lang="fr-FR" dirty="0"/>
            </a:br>
            <a:r>
              <a:rPr lang="fr-FR" dirty="0"/>
              <a:t>1) Méthodes d'instance : Définition et appel de méthodes, Utilisation de self pour accéder aux attributs, Exemples de méthodes métiers</a:t>
            </a:r>
          </a:p>
          <a:p>
            <a:pPr marL="0" indent="0">
              <a:buNone/>
            </a:pPr>
            <a:br>
              <a:rPr lang="fr-FR" dirty="0"/>
            </a:br>
            <a:r>
              <a:rPr lang="fr-FR" dirty="0"/>
              <a:t>2) Encapsulation et visibilité : Notion d'attributs privés (__attribut), Getter et Setter, Contrôle d'accès aux données</a:t>
            </a:r>
          </a:p>
          <a:p>
            <a:pPr marL="0" indent="0">
              <a:buNone/>
            </a:pPr>
            <a:br>
              <a:rPr lang="fr-FR" dirty="0"/>
            </a:br>
            <a:r>
              <a:rPr lang="fr-FR" dirty="0"/>
              <a:t>3) Méthodes </a:t>
            </a:r>
            <a:r>
              <a:rPr lang="fr-FR" b="1" dirty="0" err="1"/>
              <a:t>str</a:t>
            </a:r>
            <a:r>
              <a:rPr lang="fr-FR" dirty="0"/>
              <a:t>, </a:t>
            </a:r>
            <a:r>
              <a:rPr lang="fr-FR" b="1" dirty="0" err="1"/>
              <a:t>repr</a:t>
            </a:r>
            <a:r>
              <a:rPr lang="fr-FR" dirty="0"/>
              <a:t> : Représentation des objets</a:t>
            </a:r>
          </a:p>
          <a:p>
            <a:pPr marL="0" indent="0">
              <a:buNone/>
            </a:pPr>
            <a:br>
              <a:rPr lang="fr-FR" dirty="0"/>
            </a:br>
            <a:r>
              <a:rPr lang="fr-FR" dirty="0"/>
              <a:t>4) Abstraction : Cacher la complexité, Interface publique vs implémentation interne, Exemples concrets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5) Échange de données entre instances de classes différentes</a:t>
            </a:r>
          </a:p>
        </p:txBody>
      </p:sp>
    </p:spTree>
    <p:extLst>
      <p:ext uri="{BB962C8B-B14F-4D97-AF65-F5344CB8AC3E}">
        <p14:creationId xmlns:p14="http://schemas.microsoft.com/office/powerpoint/2010/main" val="3420886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80E3B9-D635-92F4-114C-72ED9A3FD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1) Méthodes d'instance - Définition et appel de méthodes</a:t>
            </a:r>
            <a:endParaRPr lang="fr-FR" dirty="0"/>
          </a:p>
          <a:p>
            <a:r>
              <a:rPr lang="fr-FR" dirty="0"/>
              <a:t>Une méthode d'instance est une fonction définie dans une classe</a:t>
            </a:r>
          </a:p>
          <a:p>
            <a:r>
              <a:rPr lang="fr-FR" dirty="0"/>
              <a:t>Elle prend toujours self comme premier paramètre</a:t>
            </a:r>
          </a:p>
          <a:p>
            <a:r>
              <a:rPr lang="fr-FR" dirty="0"/>
              <a:t>Elle peut accéder et modifier les attributs de l'objet</a:t>
            </a:r>
          </a:p>
          <a:p>
            <a:r>
              <a:rPr lang="fr-FR" dirty="0"/>
              <a:t>Appel : </a:t>
            </a:r>
            <a:r>
              <a:rPr lang="fr-FR" dirty="0" err="1"/>
              <a:t>objet.nom_méthode</a:t>
            </a:r>
            <a:r>
              <a:rPr lang="fr-FR" dirty="0"/>
              <a:t>(paramètres)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700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043B-EF4F-A011-CE90-9E483F17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3B09D7-79FE-F641-7D7C-717689F59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92500" lnSpcReduction="10000"/>
          </a:bodyPr>
          <a:lstStyle/>
          <a:p>
            <a:r>
              <a:rPr lang="fr-FR" b="1" dirty="0"/>
              <a:t>Exemple : Méthodes d'instance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Produit: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nom, prix):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self.nom</a:t>
            </a:r>
            <a:r>
              <a:rPr lang="fr-FR" dirty="0"/>
              <a:t> = nom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self.prix</a:t>
            </a:r>
            <a:r>
              <a:rPr lang="fr-FR" dirty="0"/>
              <a:t> = prix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afficher_infos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f"Produit</a:t>
            </a:r>
            <a:r>
              <a:rPr lang="fr-FR" dirty="0"/>
              <a:t>: {</a:t>
            </a:r>
            <a:r>
              <a:rPr lang="fr-FR" dirty="0" err="1"/>
              <a:t>self.nom</a:t>
            </a:r>
            <a:r>
              <a:rPr lang="fr-FR" dirty="0"/>
              <a:t>}, Prix: {</a:t>
            </a:r>
            <a:r>
              <a:rPr lang="fr-FR" dirty="0" err="1"/>
              <a:t>self.prix</a:t>
            </a:r>
            <a:r>
              <a:rPr lang="fr-FR" dirty="0"/>
              <a:t>} DH")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appliquer_remise</a:t>
            </a:r>
            <a:r>
              <a:rPr lang="fr-FR" dirty="0"/>
              <a:t>(self, pourcentage):</a:t>
            </a:r>
          </a:p>
          <a:p>
            <a:pPr marL="0" indent="0">
              <a:buNone/>
            </a:pPr>
            <a:r>
              <a:rPr lang="fr-FR" dirty="0"/>
              <a:t>        remise = </a:t>
            </a:r>
            <a:r>
              <a:rPr lang="fr-FR" dirty="0" err="1"/>
              <a:t>self.prix</a:t>
            </a:r>
            <a:r>
              <a:rPr lang="fr-FR" dirty="0"/>
              <a:t> * pourcentage / 100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self.prix</a:t>
            </a:r>
            <a:r>
              <a:rPr lang="fr-FR" dirty="0"/>
              <a:t> -= remise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1055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64CB9-C8F1-7604-A862-A7FA3340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55896B-112D-FAAD-F906-36C510FAB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r>
              <a:rPr lang="fr-FR" b="1" dirty="0"/>
              <a:t>Utilisation des méthodes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# Création d'un objet</a:t>
            </a:r>
          </a:p>
          <a:p>
            <a:pPr marL="0" indent="0">
              <a:buNone/>
            </a:pPr>
            <a:r>
              <a:rPr lang="fr-FR" dirty="0"/>
              <a:t>p1 = Produit("Laptop", 800)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Appel des méthodes</a:t>
            </a:r>
          </a:p>
          <a:p>
            <a:pPr marL="0" indent="0">
              <a:buNone/>
            </a:pPr>
            <a:r>
              <a:rPr lang="fr-FR" dirty="0"/>
              <a:t>p1.afficher_infos()        # Produit: Laptop, Prix: 800 DH</a:t>
            </a:r>
          </a:p>
          <a:p>
            <a:pPr marL="0" indent="0">
              <a:buNone/>
            </a:pPr>
            <a:r>
              <a:rPr lang="fr-FR" dirty="0"/>
              <a:t>p1.appliquer_remise(10)    # Application de 10% de remise</a:t>
            </a:r>
          </a:p>
          <a:p>
            <a:pPr marL="0" indent="0">
              <a:buNone/>
            </a:pPr>
            <a:r>
              <a:rPr lang="fr-FR" dirty="0"/>
              <a:t>p1.afficher_infos()        # Produit: Laptop, Prix: 720 DH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300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2A5B-A500-94D2-1CB8-77F5DC99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4751B3-E72A-DB04-8EEC-B530FBF65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r>
              <a:rPr lang="fr-FR" b="1" dirty="0"/>
              <a:t>Exercice : Méthodes d'instance</a:t>
            </a:r>
            <a:br>
              <a:rPr lang="fr-FR" dirty="0"/>
            </a:br>
            <a:r>
              <a:rPr lang="fr-FR" dirty="0"/>
              <a:t>Créez une classe </a:t>
            </a:r>
            <a:r>
              <a:rPr lang="fr-FR" dirty="0" err="1"/>
              <a:t>CompteBancaire</a:t>
            </a:r>
            <a:r>
              <a:rPr lang="fr-FR" dirty="0"/>
              <a:t> avec :</a:t>
            </a:r>
          </a:p>
          <a:p>
            <a:r>
              <a:rPr lang="fr-FR" dirty="0"/>
              <a:t>Attributs : </a:t>
            </a:r>
            <a:r>
              <a:rPr lang="fr-FR" dirty="0" err="1"/>
              <a:t>numero_compte</a:t>
            </a:r>
            <a:r>
              <a:rPr lang="fr-FR" dirty="0"/>
              <a:t>, solde</a:t>
            </a:r>
          </a:p>
          <a:p>
            <a:r>
              <a:rPr lang="fr-FR" dirty="0"/>
              <a:t>Méthodes : </a:t>
            </a:r>
            <a:r>
              <a:rPr lang="fr-FR" dirty="0" err="1"/>
              <a:t>deposer</a:t>
            </a:r>
            <a:r>
              <a:rPr lang="fr-FR" dirty="0"/>
              <a:t>(montant), retirer(montant), </a:t>
            </a:r>
            <a:r>
              <a:rPr lang="fr-FR" dirty="0" err="1"/>
              <a:t>afficher_solde</a:t>
            </a:r>
            <a:r>
              <a:rPr lang="fr-FR" dirty="0"/>
              <a:t>()</a:t>
            </a:r>
            <a:br>
              <a:rPr lang="fr-FR" dirty="0"/>
            </a:br>
            <a:r>
              <a:rPr lang="fr-FR" dirty="0"/>
              <a:t>La méthode retirer doit vérifier si le solde est suffisant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1127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DDE06-F7C3-75F1-4CB6-A23DDC5F5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8774E2-CEF9-F31E-8A53-CDCB04790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62500" lnSpcReduction="20000"/>
          </a:bodyPr>
          <a:lstStyle/>
          <a:p>
            <a:r>
              <a:rPr lang="fr-FR" b="1" dirty="0"/>
              <a:t>Solution : Méthodes d'instance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</a:t>
            </a:r>
            <a:r>
              <a:rPr lang="fr-FR" dirty="0" err="1"/>
              <a:t>CompteBancaire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</a:t>
            </a:r>
            <a:r>
              <a:rPr lang="fr-FR" dirty="0" err="1"/>
              <a:t>numero_compte</a:t>
            </a:r>
            <a:r>
              <a:rPr lang="fr-FR" dirty="0"/>
              <a:t>, solde=0):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self.numero_compte</a:t>
            </a:r>
            <a:r>
              <a:rPr lang="fr-FR" dirty="0"/>
              <a:t> = </a:t>
            </a:r>
            <a:r>
              <a:rPr lang="fr-FR" dirty="0" err="1"/>
              <a:t>numero_compte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self.solde</a:t>
            </a:r>
            <a:r>
              <a:rPr lang="fr-FR" dirty="0"/>
              <a:t> = solde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deposer</a:t>
            </a:r>
            <a:r>
              <a:rPr lang="fr-FR" dirty="0"/>
              <a:t>(self, montant):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self.solde</a:t>
            </a:r>
            <a:r>
              <a:rPr lang="fr-FR" dirty="0"/>
              <a:t> += montant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retirer(self, montant):</a:t>
            </a:r>
          </a:p>
          <a:p>
            <a:pPr marL="0" indent="0">
              <a:buNone/>
            </a:pPr>
            <a:r>
              <a:rPr lang="fr-FR" dirty="0"/>
              <a:t>        if montant &lt;= </a:t>
            </a:r>
            <a:r>
              <a:rPr lang="fr-FR" dirty="0" err="1"/>
              <a:t>self.solde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        </a:t>
            </a:r>
            <a:r>
              <a:rPr lang="fr-FR" dirty="0" err="1"/>
              <a:t>self.solde</a:t>
            </a:r>
            <a:r>
              <a:rPr lang="fr-FR" dirty="0"/>
              <a:t> -= montant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else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        </a:t>
            </a:r>
            <a:r>
              <a:rPr lang="fr-FR" dirty="0" err="1"/>
              <a:t>print</a:t>
            </a:r>
            <a:r>
              <a:rPr lang="fr-FR" dirty="0"/>
              <a:t>("Solde insuffisant")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afficher_solde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f"Solde</a:t>
            </a:r>
            <a:r>
              <a:rPr lang="fr-FR" dirty="0"/>
              <a:t>: {</a:t>
            </a:r>
            <a:r>
              <a:rPr lang="fr-FR" dirty="0" err="1"/>
              <a:t>self.solde</a:t>
            </a:r>
            <a:r>
              <a:rPr lang="fr-FR" dirty="0"/>
              <a:t>} DH")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1661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19DF5C-3B81-5FDA-5257-57DFB8CE2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209550"/>
            <a:ext cx="10953750" cy="5967413"/>
          </a:xfrm>
        </p:spPr>
        <p:txBody>
          <a:bodyPr>
            <a:normAutofit fontScale="32500" lnSpcReduction="20000"/>
          </a:bodyPr>
          <a:lstStyle/>
          <a:p>
            <a:r>
              <a:rPr lang="fr-FR" sz="8000" b="1" dirty="0"/>
              <a:t>un exemple d'utilisation de la classe </a:t>
            </a:r>
            <a:r>
              <a:rPr lang="fr-FR" sz="8000" b="1" dirty="0" err="1"/>
              <a:t>CompteBancaire</a:t>
            </a:r>
            <a:r>
              <a:rPr lang="fr-FR" sz="8000" b="1" dirty="0"/>
              <a:t> :</a:t>
            </a:r>
          </a:p>
          <a:p>
            <a:pPr marL="0" indent="0">
              <a:buNone/>
            </a:pPr>
            <a:r>
              <a:rPr lang="fr-FR" dirty="0"/>
              <a:t>compte1 = </a:t>
            </a:r>
            <a:r>
              <a:rPr lang="fr-FR" dirty="0" err="1"/>
              <a:t>CompteBancaire</a:t>
            </a:r>
            <a:r>
              <a:rPr lang="fr-FR" dirty="0"/>
              <a:t>("FR7630001007941234567890185", 1000)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("=== Solde initial ===")</a:t>
            </a:r>
          </a:p>
          <a:p>
            <a:pPr marL="0" indent="0">
              <a:buNone/>
            </a:pPr>
            <a:r>
              <a:rPr lang="fr-FR" dirty="0"/>
              <a:t>compte1.afficher_solde()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("\n=== Après dépôt de 500 DH ===")</a:t>
            </a:r>
          </a:p>
          <a:p>
            <a:pPr marL="0" indent="0">
              <a:buNone/>
            </a:pPr>
            <a:r>
              <a:rPr lang="fr-FR" dirty="0"/>
              <a:t>compte1.deposer(500)</a:t>
            </a:r>
          </a:p>
          <a:p>
            <a:pPr marL="0" indent="0">
              <a:buNone/>
            </a:pPr>
            <a:r>
              <a:rPr lang="fr-FR" dirty="0"/>
              <a:t>compte1.afficher_solde()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("\n=== Après retrait de 300 DH ===")</a:t>
            </a:r>
          </a:p>
          <a:p>
            <a:pPr marL="0" indent="0">
              <a:buNone/>
            </a:pPr>
            <a:r>
              <a:rPr lang="fr-FR" dirty="0"/>
              <a:t>compte1.retirer(300)</a:t>
            </a:r>
          </a:p>
          <a:p>
            <a:pPr marL="0" indent="0">
              <a:buNone/>
            </a:pPr>
            <a:r>
              <a:rPr lang="fr-FR" dirty="0"/>
              <a:t>compte1.afficher_solde()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("\n=== Tentative de retrait de 2000 DH ===")</a:t>
            </a:r>
          </a:p>
          <a:p>
            <a:pPr marL="0" indent="0">
              <a:buNone/>
            </a:pPr>
            <a:r>
              <a:rPr lang="fr-FR" dirty="0"/>
              <a:t>compte1.retirer(2000)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("\n=== Création d'un deuxième compte ===")</a:t>
            </a:r>
          </a:p>
          <a:p>
            <a:pPr marL="0" indent="0">
              <a:buNone/>
            </a:pPr>
            <a:r>
              <a:rPr lang="fr-FR" dirty="0"/>
              <a:t>compte2 = </a:t>
            </a:r>
            <a:r>
              <a:rPr lang="fr-FR" dirty="0" err="1"/>
              <a:t>CompteBancaire</a:t>
            </a:r>
            <a:r>
              <a:rPr lang="fr-FR" dirty="0"/>
              <a:t>("FR7630001007949876543210987")</a:t>
            </a:r>
          </a:p>
          <a:p>
            <a:pPr marL="0" indent="0">
              <a:buNone/>
            </a:pPr>
            <a:r>
              <a:rPr lang="fr-FR" dirty="0"/>
              <a:t>compte2.afficher_solde()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("\n=== Dépôt de 2000 DH sur le deuxième compte ===")</a:t>
            </a:r>
          </a:p>
          <a:p>
            <a:pPr marL="0" indent="0">
              <a:buNone/>
            </a:pPr>
            <a:r>
              <a:rPr lang="fr-FR" dirty="0"/>
              <a:t>compte2.deposer(2000)</a:t>
            </a:r>
          </a:p>
          <a:p>
            <a:pPr marL="0" indent="0">
              <a:buNone/>
            </a:pPr>
            <a:r>
              <a:rPr lang="fr-FR" dirty="0"/>
              <a:t>compte2.afficher_solde()</a:t>
            </a:r>
          </a:p>
        </p:txBody>
      </p:sp>
    </p:spTree>
    <p:extLst>
      <p:ext uri="{BB962C8B-B14F-4D97-AF65-F5344CB8AC3E}">
        <p14:creationId xmlns:p14="http://schemas.microsoft.com/office/powerpoint/2010/main" val="4134117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DEE3C-5719-A568-7F94-42705DD3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F0E816-C5A3-9122-28EF-194306899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2) Encapsulation - Attributs privés</a:t>
            </a:r>
            <a:endParaRPr lang="fr-FR" dirty="0"/>
          </a:p>
          <a:p>
            <a:r>
              <a:rPr lang="fr-FR" dirty="0"/>
              <a:t>Les attributs privés commencent par __ (double </a:t>
            </a:r>
            <a:r>
              <a:rPr lang="fr-FR" dirty="0" err="1"/>
              <a:t>underscore</a:t>
            </a:r>
            <a:r>
              <a:rPr lang="fr-FR" dirty="0"/>
              <a:t>)</a:t>
            </a:r>
          </a:p>
          <a:p>
            <a:r>
              <a:rPr lang="fr-FR" dirty="0"/>
              <a:t>Ils ne sont pas accessibles directement depuis l'extérieur</a:t>
            </a:r>
          </a:p>
          <a:p>
            <a:r>
              <a:rPr lang="fr-FR" dirty="0"/>
              <a:t>Protection des données contre les modifications non contrôlées</a:t>
            </a:r>
          </a:p>
          <a:p>
            <a:r>
              <a:rPr lang="fr-FR" dirty="0"/>
              <a:t>Exemple : </a:t>
            </a:r>
            <a:r>
              <a:rPr lang="fr-FR" dirty="0" err="1"/>
              <a:t>self.__note</a:t>
            </a:r>
            <a:r>
              <a:rPr lang="fr-FR" dirty="0"/>
              <a:t> au lieu de </a:t>
            </a:r>
            <a:r>
              <a:rPr lang="fr-FR" dirty="0" err="1"/>
              <a:t>self.note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0479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BF6E3-8072-DF8A-C65D-D22D3F90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EDC64E-4901-A2FA-A829-9133C4F58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/>
              <a:t>Exemple : Attributs privés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Note: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</a:t>
            </a:r>
            <a:r>
              <a:rPr lang="fr-FR" dirty="0" err="1"/>
              <a:t>nom_etudiant</a:t>
            </a:r>
            <a:r>
              <a:rPr lang="fr-FR" dirty="0"/>
              <a:t>, note):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self.nom_etudiant</a:t>
            </a:r>
            <a:r>
              <a:rPr lang="fr-FR" dirty="0"/>
              <a:t> = </a:t>
            </a:r>
            <a:r>
              <a:rPr lang="fr-FR" dirty="0" err="1"/>
              <a:t>nom_etudiant</a:t>
            </a:r>
            <a:r>
              <a:rPr lang="fr-FR" dirty="0"/>
              <a:t>  # Public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self.__note</a:t>
            </a:r>
            <a:r>
              <a:rPr lang="fr-FR" dirty="0"/>
              <a:t> = note                # Privé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get_note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return </a:t>
            </a:r>
            <a:r>
              <a:rPr lang="fr-FR" dirty="0" err="1"/>
              <a:t>self.__note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set_note</a:t>
            </a:r>
            <a:r>
              <a:rPr lang="fr-FR" dirty="0"/>
              <a:t>(self, </a:t>
            </a:r>
            <a:r>
              <a:rPr lang="fr-FR" dirty="0" err="1"/>
              <a:t>nouvelle_note</a:t>
            </a:r>
            <a:r>
              <a:rPr lang="fr-FR" dirty="0"/>
              <a:t>):</a:t>
            </a:r>
          </a:p>
          <a:p>
            <a:pPr marL="0" indent="0">
              <a:buNone/>
            </a:pPr>
            <a:r>
              <a:rPr lang="fr-FR" dirty="0"/>
              <a:t>        if 0 &lt;= </a:t>
            </a:r>
            <a:r>
              <a:rPr lang="fr-FR" dirty="0" err="1"/>
              <a:t>nouvelle_note</a:t>
            </a:r>
            <a:r>
              <a:rPr lang="fr-FR" dirty="0"/>
              <a:t> &lt;= 20:</a:t>
            </a:r>
          </a:p>
          <a:p>
            <a:pPr marL="0" indent="0">
              <a:buNone/>
            </a:pPr>
            <a:r>
              <a:rPr lang="fr-FR" dirty="0"/>
              <a:t>            </a:t>
            </a:r>
            <a:r>
              <a:rPr lang="fr-FR" dirty="0" err="1"/>
              <a:t>self.__note</a:t>
            </a:r>
            <a:r>
              <a:rPr lang="fr-FR" dirty="0"/>
              <a:t> = </a:t>
            </a:r>
            <a:r>
              <a:rPr lang="fr-FR" dirty="0" err="1"/>
              <a:t>nouvelle_note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else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        </a:t>
            </a:r>
            <a:r>
              <a:rPr lang="fr-FR" dirty="0" err="1"/>
              <a:t>print</a:t>
            </a:r>
            <a:r>
              <a:rPr lang="fr-FR" dirty="0"/>
              <a:t>("Erreur: Note invalide")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107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626F0-5CCE-31F2-8130-0C9DD141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0436BE-EE9C-5942-C37C-4C4595F53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r>
              <a:rPr lang="fr-FR" b="1" dirty="0"/>
              <a:t>Test de l'encapsulation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n1 = Note("Ahmed", 15)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(n1.nom_etudiant)  # Accessible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(n1.__note)        # Erreur!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(n1.get_note())    # 15 (via getter)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n1.set_note(18)         #  Modification contrôlée</a:t>
            </a:r>
          </a:p>
          <a:p>
            <a:pPr marL="0" indent="0">
              <a:buNone/>
            </a:pPr>
            <a:r>
              <a:rPr lang="fr-FR" dirty="0"/>
              <a:t>n1.set_note(25)         # Message d'erreur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6482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7732-AFC0-DE09-5AA3-1E63CCCD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B2C358-10A5-67BA-155E-1A0220462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Exercice : Encapsulation</a:t>
            </a:r>
            <a:br>
              <a:rPr lang="fr-FR" dirty="0"/>
            </a:br>
            <a:r>
              <a:rPr lang="fr-FR" dirty="0"/>
              <a:t>Créez une classe </a:t>
            </a:r>
            <a:r>
              <a:rPr lang="fr-FR" dirty="0" err="1"/>
              <a:t>Temperature</a:t>
            </a:r>
            <a:r>
              <a:rPr lang="fr-FR" dirty="0"/>
              <a:t> avec :</a:t>
            </a:r>
          </a:p>
          <a:p>
            <a:r>
              <a:rPr lang="fr-FR" dirty="0"/>
              <a:t>Attribut privé : __</a:t>
            </a:r>
            <a:r>
              <a:rPr lang="fr-FR" dirty="0" err="1"/>
              <a:t>celsius</a:t>
            </a:r>
            <a:endParaRPr lang="fr-FR" dirty="0"/>
          </a:p>
          <a:p>
            <a:r>
              <a:rPr lang="fr-FR" dirty="0"/>
              <a:t>Méthodes : </a:t>
            </a:r>
            <a:r>
              <a:rPr lang="fr-FR" dirty="0" err="1"/>
              <a:t>get_celsius</a:t>
            </a:r>
            <a:r>
              <a:rPr lang="fr-FR" dirty="0"/>
              <a:t>(), </a:t>
            </a:r>
            <a:r>
              <a:rPr lang="fr-FR" dirty="0" err="1"/>
              <a:t>set_celsius</a:t>
            </a:r>
            <a:r>
              <a:rPr lang="fr-FR" dirty="0"/>
              <a:t>(valeur), </a:t>
            </a:r>
            <a:r>
              <a:rPr lang="fr-FR" dirty="0" err="1"/>
              <a:t>get_fahrenheit</a:t>
            </a:r>
            <a:r>
              <a:rPr lang="fr-FR" dirty="0"/>
              <a:t>()</a:t>
            </a:r>
          </a:p>
          <a:p>
            <a:r>
              <a:rPr lang="fr-FR" dirty="0"/>
              <a:t>Contrôle : la température ne peut pas descendre en dessous de -273.15°C</a:t>
            </a: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Remarque :La formule pour transformer des degrés Celsius en degrés Fahrenheit est :</a:t>
            </a:r>
          </a:p>
          <a:p>
            <a:pPr marL="0" indent="0">
              <a:buNone/>
            </a:pPr>
            <a:r>
              <a:rPr lang="fr-FR" b="1" dirty="0"/>
              <a:t>                       °F = (°C × 9/5) + 32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8967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857D7-B6B2-15FC-182A-A8A716EF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016FDE-258A-E6B3-8DD8-8CF1E5266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70000" lnSpcReduction="20000"/>
          </a:bodyPr>
          <a:lstStyle/>
          <a:p>
            <a:r>
              <a:rPr lang="fr-FR" b="1" dirty="0"/>
              <a:t>Solution : Encapsulation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</a:t>
            </a:r>
            <a:r>
              <a:rPr lang="fr-FR" dirty="0" err="1"/>
              <a:t>Temperature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</a:t>
            </a:r>
            <a:r>
              <a:rPr lang="fr-FR" dirty="0" err="1"/>
              <a:t>celsius</a:t>
            </a:r>
            <a:r>
              <a:rPr lang="fr-FR" dirty="0"/>
              <a:t>):</a:t>
            </a:r>
          </a:p>
          <a:p>
            <a:pPr marL="0" indent="0">
              <a:buNone/>
            </a:pPr>
            <a:r>
              <a:rPr lang="fr-FR" dirty="0"/>
              <a:t>        self.__</a:t>
            </a:r>
            <a:r>
              <a:rPr lang="fr-FR" dirty="0" err="1"/>
              <a:t>celsius</a:t>
            </a:r>
            <a:r>
              <a:rPr lang="fr-FR" dirty="0"/>
              <a:t> = </a:t>
            </a:r>
            <a:r>
              <a:rPr lang="fr-FR" dirty="0" err="1"/>
              <a:t>celsius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get_celsius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return self.__</a:t>
            </a:r>
            <a:r>
              <a:rPr lang="fr-FR" dirty="0" err="1"/>
              <a:t>celsius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set_celsius</a:t>
            </a:r>
            <a:r>
              <a:rPr lang="fr-FR" dirty="0"/>
              <a:t>(self, valeur):</a:t>
            </a:r>
          </a:p>
          <a:p>
            <a:pPr marL="0" indent="0">
              <a:buNone/>
            </a:pPr>
            <a:r>
              <a:rPr lang="fr-FR" dirty="0"/>
              <a:t>        if valeur &gt;= -273.15:</a:t>
            </a:r>
          </a:p>
          <a:p>
            <a:pPr marL="0" indent="0">
              <a:buNone/>
            </a:pPr>
            <a:r>
              <a:rPr lang="fr-FR" dirty="0"/>
              <a:t>            self.__</a:t>
            </a:r>
            <a:r>
              <a:rPr lang="fr-FR" dirty="0" err="1"/>
              <a:t>celsius</a:t>
            </a:r>
            <a:r>
              <a:rPr lang="fr-FR" dirty="0"/>
              <a:t> = valeur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else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        </a:t>
            </a:r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Temperature</a:t>
            </a:r>
            <a:r>
              <a:rPr lang="fr-FR" dirty="0"/>
              <a:t> impossible!")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get_fahrenheit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return (self.__</a:t>
            </a:r>
            <a:r>
              <a:rPr lang="fr-FR" dirty="0" err="1"/>
              <a:t>celsius</a:t>
            </a:r>
            <a:r>
              <a:rPr lang="fr-FR" dirty="0"/>
              <a:t> * 9/5) + 32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5815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21D901-DCC0-FCC6-CE3E-2D8629F78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75" y="266700"/>
            <a:ext cx="10944225" cy="5910263"/>
          </a:xfrm>
        </p:spPr>
        <p:txBody>
          <a:bodyPr>
            <a:normAutofit fontScale="55000" lnSpcReduction="20000"/>
          </a:bodyPr>
          <a:lstStyle/>
          <a:p>
            <a:r>
              <a:rPr lang="fr-FR" dirty="0"/>
              <a:t>une utilisation de la classe </a:t>
            </a:r>
            <a:r>
              <a:rPr lang="fr-FR" dirty="0" err="1"/>
              <a:t>Temperature</a:t>
            </a:r>
            <a:r>
              <a:rPr lang="fr-FR" dirty="0"/>
              <a:t>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temp = </a:t>
            </a:r>
            <a:r>
              <a:rPr lang="fr-FR" dirty="0" err="1"/>
              <a:t>Temperature</a:t>
            </a:r>
            <a:r>
              <a:rPr lang="fr-FR" dirty="0"/>
              <a:t>(25)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f"Température</a:t>
            </a:r>
            <a:r>
              <a:rPr lang="fr-FR" dirty="0"/>
              <a:t> en Celsius: {</a:t>
            </a:r>
            <a:r>
              <a:rPr lang="fr-FR" dirty="0" err="1"/>
              <a:t>temp.get_celsius</a:t>
            </a:r>
            <a:r>
              <a:rPr lang="fr-FR" dirty="0"/>
              <a:t>()}°C")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f"Température</a:t>
            </a:r>
            <a:r>
              <a:rPr lang="fr-FR" dirty="0"/>
              <a:t> en Fahrenheit: {</a:t>
            </a:r>
            <a:r>
              <a:rPr lang="fr-FR" dirty="0" err="1"/>
              <a:t>temp.get_fahrenheit</a:t>
            </a:r>
            <a:r>
              <a:rPr lang="fr-FR" dirty="0"/>
              <a:t>()}°F")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("\n=== Modification à 30°C ===")</a:t>
            </a:r>
          </a:p>
          <a:p>
            <a:pPr marL="0" indent="0">
              <a:buNone/>
            </a:pPr>
            <a:r>
              <a:rPr lang="fr-FR" dirty="0" err="1"/>
              <a:t>temp.set_celsius</a:t>
            </a:r>
            <a:r>
              <a:rPr lang="fr-FR" dirty="0"/>
              <a:t>(30)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f"Nouvelle</a:t>
            </a:r>
            <a:r>
              <a:rPr lang="fr-FR" dirty="0"/>
              <a:t> température: {</a:t>
            </a:r>
            <a:r>
              <a:rPr lang="fr-FR" dirty="0" err="1"/>
              <a:t>temp.get_celsius</a:t>
            </a:r>
            <a:r>
              <a:rPr lang="fr-FR" dirty="0"/>
              <a:t>()}°C")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f"En</a:t>
            </a:r>
            <a:r>
              <a:rPr lang="fr-FR" dirty="0"/>
              <a:t> Fahrenheit: {</a:t>
            </a:r>
            <a:r>
              <a:rPr lang="fr-FR" dirty="0" err="1"/>
              <a:t>temp.get_fahrenheit</a:t>
            </a:r>
            <a:r>
              <a:rPr lang="fr-FR" dirty="0"/>
              <a:t>()}°F")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("\n=== Tentative de -300°C ===")</a:t>
            </a:r>
          </a:p>
          <a:p>
            <a:pPr marL="0" indent="0">
              <a:buNone/>
            </a:pPr>
            <a:r>
              <a:rPr lang="fr-FR" dirty="0" err="1"/>
              <a:t>temp.set_celsius</a:t>
            </a:r>
            <a:r>
              <a:rPr lang="fr-FR" dirty="0"/>
              <a:t>(-300)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("\n=== Température -10°C ===")</a:t>
            </a:r>
          </a:p>
          <a:p>
            <a:pPr marL="0" indent="0">
              <a:buNone/>
            </a:pPr>
            <a:r>
              <a:rPr lang="fr-FR" dirty="0" err="1"/>
              <a:t>temp.set_celsius</a:t>
            </a:r>
            <a:r>
              <a:rPr lang="fr-FR" dirty="0"/>
              <a:t>(-10)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f"Température</a:t>
            </a:r>
            <a:r>
              <a:rPr lang="fr-FR" dirty="0"/>
              <a:t>: {</a:t>
            </a:r>
            <a:r>
              <a:rPr lang="fr-FR" dirty="0" err="1"/>
              <a:t>temp.get_celsius</a:t>
            </a:r>
            <a:r>
              <a:rPr lang="fr-FR" dirty="0"/>
              <a:t>()}°C")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f"En</a:t>
            </a:r>
            <a:r>
              <a:rPr lang="fr-FR" dirty="0"/>
              <a:t> Fahrenheit: {</a:t>
            </a:r>
            <a:r>
              <a:rPr lang="fr-FR" dirty="0" err="1"/>
              <a:t>temp.get_fahrenheit</a:t>
            </a:r>
            <a:r>
              <a:rPr lang="fr-FR" dirty="0"/>
              <a:t>()}°F")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2345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71C20-2920-B98F-470D-125EAE12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A1D34F-4E25-A3CF-564D-9D9590A35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3) Méthodes </a:t>
            </a:r>
            <a:r>
              <a:rPr lang="fr-FR" b="1" dirty="0" err="1"/>
              <a:t>str</a:t>
            </a:r>
            <a:r>
              <a:rPr lang="fr-FR" b="1" dirty="0"/>
              <a:t> et </a:t>
            </a:r>
            <a:r>
              <a:rPr lang="fr-FR" b="1" dirty="0" err="1"/>
              <a:t>repr</a:t>
            </a:r>
            <a:endParaRPr lang="fr-FR" dirty="0"/>
          </a:p>
          <a:p>
            <a:r>
              <a:rPr lang="fr-FR" dirty="0"/>
              <a:t>__</a:t>
            </a:r>
            <a:r>
              <a:rPr lang="fr-FR" dirty="0" err="1"/>
              <a:t>str</a:t>
            </a:r>
            <a:r>
              <a:rPr lang="fr-FR" dirty="0"/>
              <a:t>__ : représentation lisible pour les humains</a:t>
            </a:r>
          </a:p>
          <a:p>
            <a:r>
              <a:rPr lang="fr-FR" dirty="0"/>
              <a:t>__</a:t>
            </a:r>
            <a:r>
              <a:rPr lang="fr-FR" dirty="0" err="1"/>
              <a:t>repr</a:t>
            </a:r>
            <a:r>
              <a:rPr lang="fr-FR" dirty="0"/>
              <a:t>__ : représentation technique pour les développeurs</a:t>
            </a:r>
          </a:p>
          <a:p>
            <a:r>
              <a:rPr lang="fr-FR" dirty="0"/>
              <a:t>Appel automatique avec </a:t>
            </a:r>
            <a:r>
              <a:rPr lang="fr-FR" dirty="0" err="1"/>
              <a:t>print</a:t>
            </a:r>
            <a:r>
              <a:rPr lang="fr-FR" dirty="0"/>
              <a:t>() et </a:t>
            </a:r>
            <a:r>
              <a:rPr lang="fr-FR" dirty="0" err="1"/>
              <a:t>str</a:t>
            </a:r>
            <a:r>
              <a:rPr lang="fr-FR" dirty="0"/>
              <a:t>()</a:t>
            </a:r>
          </a:p>
          <a:p>
            <a:r>
              <a:rPr lang="fr-FR" dirty="0"/>
              <a:t>Améliore le débogage et l'affichage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1557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D66CF-02F2-335F-3062-2EACEB6D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BDB864-0772-BF05-1483-D132BE83F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lnSpcReduction="10000"/>
          </a:bodyPr>
          <a:lstStyle/>
          <a:p>
            <a:r>
              <a:rPr lang="fr-FR" b="1" dirty="0"/>
              <a:t>Exemple : </a:t>
            </a:r>
            <a:r>
              <a:rPr lang="fr-FR" b="1" dirty="0" err="1"/>
              <a:t>str</a:t>
            </a:r>
            <a:r>
              <a:rPr lang="fr-FR" b="1" dirty="0"/>
              <a:t> et </a:t>
            </a:r>
            <a:r>
              <a:rPr lang="fr-FR" b="1" dirty="0" err="1"/>
              <a:t>repr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Produit: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nom, prix):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self.nom</a:t>
            </a:r>
            <a:r>
              <a:rPr lang="fr-FR" dirty="0"/>
              <a:t> = nom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self.prix</a:t>
            </a:r>
            <a:r>
              <a:rPr lang="fr-FR" dirty="0"/>
              <a:t> = prix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</a:t>
            </a:r>
            <a:r>
              <a:rPr lang="fr-FR" dirty="0" err="1"/>
              <a:t>str</a:t>
            </a:r>
            <a:r>
              <a:rPr lang="fr-FR" dirty="0"/>
              <a:t>__(self):</a:t>
            </a:r>
          </a:p>
          <a:p>
            <a:pPr marL="0" indent="0">
              <a:buNone/>
            </a:pPr>
            <a:r>
              <a:rPr lang="fr-FR" dirty="0"/>
              <a:t>        return </a:t>
            </a:r>
            <a:r>
              <a:rPr lang="fr-FR" dirty="0" err="1"/>
              <a:t>f"Produit</a:t>
            </a:r>
            <a:r>
              <a:rPr lang="fr-FR" dirty="0"/>
              <a:t>: {</a:t>
            </a:r>
            <a:r>
              <a:rPr lang="fr-FR" dirty="0" err="1"/>
              <a:t>self.nom</a:t>
            </a:r>
            <a:r>
              <a:rPr lang="fr-FR" dirty="0"/>
              <a:t>} - {</a:t>
            </a:r>
            <a:r>
              <a:rPr lang="fr-FR" dirty="0" err="1"/>
              <a:t>self.prix</a:t>
            </a:r>
            <a:r>
              <a:rPr lang="fr-FR" dirty="0"/>
              <a:t>} DH"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</a:t>
            </a:r>
            <a:r>
              <a:rPr lang="fr-FR" dirty="0" err="1"/>
              <a:t>repr</a:t>
            </a:r>
            <a:r>
              <a:rPr lang="fr-FR" dirty="0"/>
              <a:t>__(self):</a:t>
            </a:r>
          </a:p>
          <a:p>
            <a:pPr marL="0" indent="0">
              <a:buNone/>
            </a:pPr>
            <a:r>
              <a:rPr lang="fr-FR" dirty="0"/>
              <a:t>        return </a:t>
            </a:r>
            <a:r>
              <a:rPr lang="fr-FR" dirty="0" err="1"/>
              <a:t>f"Produit</a:t>
            </a:r>
            <a:r>
              <a:rPr lang="fr-FR" dirty="0"/>
              <a:t>('{</a:t>
            </a:r>
            <a:r>
              <a:rPr lang="fr-FR" dirty="0" err="1"/>
              <a:t>self.nom</a:t>
            </a:r>
            <a:r>
              <a:rPr lang="fr-FR" dirty="0"/>
              <a:t>}', {</a:t>
            </a:r>
            <a:r>
              <a:rPr lang="fr-FR" dirty="0" err="1"/>
              <a:t>self.prix</a:t>
            </a:r>
            <a:r>
              <a:rPr lang="fr-FR" dirty="0"/>
              <a:t>})"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9779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600A9-5413-08B8-9FDB-0BF1A97B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4BA423-442B-5394-007F-0E9CCE44F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lnSpcReduction="10000"/>
          </a:bodyPr>
          <a:lstStyle/>
          <a:p>
            <a:r>
              <a:rPr lang="fr-FR" b="1" dirty="0"/>
              <a:t>Utilisation des méthodes spéciales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p = Produit("Ordinateur", 800)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str</a:t>
            </a:r>
            <a:r>
              <a:rPr lang="fr-FR" dirty="0"/>
              <a:t>(p))   # Produit: Ordinateur - 800 DH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repr</a:t>
            </a:r>
            <a:r>
              <a:rPr lang="fr-FR" dirty="0"/>
              <a:t>(p))  # Produit('Ordinateur', 800)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Appel automatique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(p)        # Produit: Ordinateur - 800 DH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Pour le débogage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([p])      # [Produit('Ordinateur', 800)]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5020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5E6B-14E4-B60B-4E77-F0EEC6C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BF7BB3-48A3-DB16-420E-3BC1F1F39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r>
              <a:rPr lang="fr-FR" b="1" dirty="0"/>
              <a:t>Exercice : </a:t>
            </a:r>
            <a:r>
              <a:rPr lang="fr-FR" b="1" dirty="0" err="1"/>
              <a:t>str</a:t>
            </a:r>
            <a:r>
              <a:rPr lang="fr-FR" b="1" dirty="0"/>
              <a:t> et </a:t>
            </a:r>
            <a:r>
              <a:rPr lang="fr-FR" b="1" dirty="0" err="1"/>
              <a:t>repr</a:t>
            </a:r>
            <a:br>
              <a:rPr lang="fr-FR" dirty="0"/>
            </a:br>
            <a:r>
              <a:rPr lang="fr-FR" dirty="0"/>
              <a:t>Ajoutez les méthodes __</a:t>
            </a:r>
            <a:r>
              <a:rPr lang="fr-FR" dirty="0" err="1"/>
              <a:t>str</a:t>
            </a:r>
            <a:r>
              <a:rPr lang="fr-FR" dirty="0"/>
              <a:t>__ et __</a:t>
            </a:r>
            <a:r>
              <a:rPr lang="fr-FR" dirty="0" err="1"/>
              <a:t>repr</a:t>
            </a:r>
            <a:r>
              <a:rPr lang="fr-FR" dirty="0"/>
              <a:t>__ à la classe </a:t>
            </a:r>
            <a:r>
              <a:rPr lang="fr-FR" dirty="0" err="1"/>
              <a:t>CompteBancaire</a:t>
            </a:r>
            <a:r>
              <a:rPr lang="fr-FR" dirty="0"/>
              <a:t> :</a:t>
            </a:r>
          </a:p>
          <a:p>
            <a:r>
              <a:rPr lang="fr-FR" dirty="0"/>
              <a:t>__</a:t>
            </a:r>
            <a:r>
              <a:rPr lang="fr-FR" dirty="0" err="1"/>
              <a:t>str</a:t>
            </a:r>
            <a:r>
              <a:rPr lang="fr-FR" dirty="0"/>
              <a:t>__ : "Compte XXXX - Solde: XXXX DH"</a:t>
            </a:r>
          </a:p>
          <a:p>
            <a:r>
              <a:rPr lang="fr-FR" dirty="0"/>
              <a:t>__</a:t>
            </a:r>
            <a:r>
              <a:rPr lang="fr-FR" dirty="0" err="1"/>
              <a:t>repr</a:t>
            </a:r>
            <a:r>
              <a:rPr lang="fr-FR" dirty="0"/>
              <a:t>__ : "</a:t>
            </a:r>
            <a:r>
              <a:rPr lang="fr-FR" dirty="0" err="1"/>
              <a:t>CompteBancaire</a:t>
            </a:r>
            <a:r>
              <a:rPr lang="fr-FR" dirty="0"/>
              <a:t>('XXXX', XXXX)"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4665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6B7BC-931F-005A-8198-19DB425DD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EFE9F6-C5B9-92D8-2459-96DDBE0B6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lnSpcReduction="10000"/>
          </a:bodyPr>
          <a:lstStyle/>
          <a:p>
            <a:r>
              <a:rPr lang="fr-FR" b="1" dirty="0"/>
              <a:t>Solution : </a:t>
            </a:r>
            <a:r>
              <a:rPr lang="fr-FR" b="1" dirty="0" err="1"/>
              <a:t>str</a:t>
            </a:r>
            <a:r>
              <a:rPr lang="fr-FR" b="1" dirty="0"/>
              <a:t> et </a:t>
            </a:r>
            <a:r>
              <a:rPr lang="fr-FR" b="1" dirty="0" err="1"/>
              <a:t>repr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</a:t>
            </a:r>
            <a:r>
              <a:rPr lang="fr-FR" dirty="0" err="1"/>
              <a:t>CompteBancaire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</a:t>
            </a:r>
            <a:r>
              <a:rPr lang="fr-FR" dirty="0" err="1"/>
              <a:t>numero_compte</a:t>
            </a:r>
            <a:r>
              <a:rPr lang="fr-FR" dirty="0"/>
              <a:t>, solde=0):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self.numero_compte</a:t>
            </a:r>
            <a:r>
              <a:rPr lang="fr-FR" dirty="0"/>
              <a:t> = </a:t>
            </a:r>
            <a:r>
              <a:rPr lang="fr-FR" dirty="0" err="1"/>
              <a:t>numero_compte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self.solde</a:t>
            </a:r>
            <a:r>
              <a:rPr lang="fr-FR" dirty="0"/>
              <a:t> = solde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</a:t>
            </a:r>
            <a:r>
              <a:rPr lang="fr-FR" dirty="0" err="1"/>
              <a:t>str</a:t>
            </a:r>
            <a:r>
              <a:rPr lang="fr-FR" dirty="0"/>
              <a:t>__(self):</a:t>
            </a:r>
          </a:p>
          <a:p>
            <a:pPr marL="0" indent="0">
              <a:buNone/>
            </a:pPr>
            <a:r>
              <a:rPr lang="fr-FR" dirty="0"/>
              <a:t>        return </a:t>
            </a:r>
            <a:r>
              <a:rPr lang="fr-FR" dirty="0" err="1"/>
              <a:t>f"Compte</a:t>
            </a:r>
            <a:r>
              <a:rPr lang="fr-FR" dirty="0"/>
              <a:t> {</a:t>
            </a:r>
            <a:r>
              <a:rPr lang="fr-FR" dirty="0" err="1"/>
              <a:t>self.numero_compte</a:t>
            </a:r>
            <a:r>
              <a:rPr lang="fr-FR" dirty="0"/>
              <a:t>} - Solde: {</a:t>
            </a:r>
            <a:r>
              <a:rPr lang="fr-FR" dirty="0" err="1"/>
              <a:t>self.solde</a:t>
            </a:r>
            <a:r>
              <a:rPr lang="fr-FR" dirty="0"/>
              <a:t>} DH"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</a:t>
            </a:r>
            <a:r>
              <a:rPr lang="fr-FR" dirty="0" err="1"/>
              <a:t>repr</a:t>
            </a:r>
            <a:r>
              <a:rPr lang="fr-FR" dirty="0"/>
              <a:t>__(self):</a:t>
            </a:r>
          </a:p>
          <a:p>
            <a:pPr marL="0" indent="0">
              <a:buNone/>
            </a:pPr>
            <a:r>
              <a:rPr lang="fr-FR" dirty="0"/>
              <a:t>        return </a:t>
            </a:r>
            <a:r>
              <a:rPr lang="fr-FR" dirty="0" err="1"/>
              <a:t>f"CompteBancaire</a:t>
            </a:r>
            <a:r>
              <a:rPr lang="fr-FR" dirty="0"/>
              <a:t>('{</a:t>
            </a:r>
            <a:r>
              <a:rPr lang="fr-FR" dirty="0" err="1"/>
              <a:t>self.numero_compte</a:t>
            </a:r>
            <a:r>
              <a:rPr lang="fr-FR" dirty="0"/>
              <a:t>}', {</a:t>
            </a:r>
            <a:r>
              <a:rPr lang="fr-FR" dirty="0" err="1"/>
              <a:t>self.solde</a:t>
            </a:r>
            <a:r>
              <a:rPr lang="fr-FR" dirty="0"/>
              <a:t>})"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9695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A052DD-C126-01E2-FC68-CFC02FFB4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304800"/>
            <a:ext cx="11458575" cy="6162675"/>
          </a:xfrm>
        </p:spPr>
        <p:txBody>
          <a:bodyPr>
            <a:normAutofit fontScale="47500" lnSpcReduction="20000"/>
          </a:bodyPr>
          <a:lstStyle/>
          <a:p>
            <a:r>
              <a:rPr lang="fr-FR" dirty="0"/>
              <a:t>utilisation de la classe </a:t>
            </a:r>
            <a:r>
              <a:rPr lang="fr-FR" dirty="0" err="1"/>
              <a:t>CompteBancaire</a:t>
            </a:r>
            <a:r>
              <a:rPr lang="fr-FR" dirty="0"/>
              <a:t> avec les méthodes __</a:t>
            </a:r>
            <a:r>
              <a:rPr lang="fr-FR" dirty="0" err="1"/>
              <a:t>str</a:t>
            </a:r>
            <a:r>
              <a:rPr lang="fr-FR" dirty="0"/>
              <a:t>__ et __</a:t>
            </a:r>
            <a:r>
              <a:rPr lang="fr-FR" dirty="0" err="1"/>
              <a:t>repr</a:t>
            </a:r>
            <a:r>
              <a:rPr lang="fr-FR" dirty="0"/>
              <a:t>__ :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compte1 = </a:t>
            </a:r>
            <a:r>
              <a:rPr lang="fr-FR" dirty="0" err="1"/>
              <a:t>CompteBancaire</a:t>
            </a:r>
            <a:r>
              <a:rPr lang="fr-FR" dirty="0"/>
              <a:t>("FR7630001007941234567890185", 1500)</a:t>
            </a:r>
          </a:p>
          <a:p>
            <a:pPr marL="0" indent="0">
              <a:buNone/>
            </a:pPr>
            <a:r>
              <a:rPr lang="fr-FR" dirty="0"/>
              <a:t>compte2 = </a:t>
            </a:r>
            <a:r>
              <a:rPr lang="fr-FR" dirty="0" err="1"/>
              <a:t>CompteBancaire</a:t>
            </a:r>
            <a:r>
              <a:rPr lang="fr-FR" dirty="0"/>
              <a:t>("FR7630001007949876543210987")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("=== Affichage avec </a:t>
            </a:r>
            <a:r>
              <a:rPr lang="fr-FR" dirty="0" err="1"/>
              <a:t>print</a:t>
            </a:r>
            <a:r>
              <a:rPr lang="fr-FR" dirty="0"/>
              <a:t>() ===")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(compte1)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(compte2)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("\n=== Affichage dans une liste ===")</a:t>
            </a:r>
          </a:p>
          <a:p>
            <a:pPr marL="0" indent="0">
              <a:buNone/>
            </a:pPr>
            <a:r>
              <a:rPr lang="fr-FR" dirty="0"/>
              <a:t>comptes = [compte1, compte2]</a:t>
            </a:r>
          </a:p>
          <a:p>
            <a:pPr marL="0" indent="0">
              <a:buNone/>
            </a:pPr>
            <a:r>
              <a:rPr lang="fr-FR" dirty="0"/>
              <a:t>for compte in comptes: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(compte)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("\n=== Représentation technique ===")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repr</a:t>
            </a:r>
            <a:r>
              <a:rPr lang="fr-FR" dirty="0"/>
              <a:t>(compte1))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repr</a:t>
            </a:r>
            <a:r>
              <a:rPr lang="fr-FR" dirty="0"/>
              <a:t>(compte2))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("\n=== Affichage direct (simulation interpréteur) ===")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(f"&gt;&gt;&gt; compte1")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(compte1)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(f"&gt;&gt;&gt; compte2")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(compte2)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5869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55A41-6218-685A-EE65-5E2B0EFA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924B85-A18C-3B33-B60A-F90EE3FAB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4) Abstraction - Cacher la complexité</a:t>
            </a:r>
            <a:endParaRPr lang="fr-FR" dirty="0"/>
          </a:p>
          <a:p>
            <a:r>
              <a:rPr lang="fr-FR" dirty="0"/>
              <a:t>Montrer seulement ce qui est nécessaire</a:t>
            </a:r>
          </a:p>
          <a:p>
            <a:r>
              <a:rPr lang="fr-FR" dirty="0"/>
              <a:t>Cacher les détails techniques internes</a:t>
            </a:r>
          </a:p>
          <a:p>
            <a:r>
              <a:rPr lang="fr-FR" dirty="0"/>
              <a:t>Interface simple pour l'utilisateur</a:t>
            </a:r>
          </a:p>
          <a:p>
            <a:r>
              <a:rPr lang="fr-FR" dirty="0"/>
              <a:t>Implémentation complexe masquée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6578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E71BE-B988-082E-DC28-F5F2C9351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E86765-37F5-0961-DCFF-04521879A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55000" lnSpcReduction="20000"/>
          </a:bodyPr>
          <a:lstStyle/>
          <a:p>
            <a:r>
              <a:rPr lang="fr-FR" b="1" dirty="0"/>
              <a:t>Exemple : Abstraction avec une voiture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Voiture: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marque, </a:t>
            </a:r>
            <a:r>
              <a:rPr lang="fr-FR" dirty="0" err="1"/>
              <a:t>modele</a:t>
            </a:r>
            <a:r>
              <a:rPr lang="fr-FR" dirty="0"/>
              <a:t>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self.marque</a:t>
            </a:r>
            <a:r>
              <a:rPr lang="fr-FR" dirty="0"/>
              <a:t> = marque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self.modele</a:t>
            </a:r>
            <a:r>
              <a:rPr lang="fr-FR" dirty="0"/>
              <a:t> = </a:t>
            </a:r>
            <a:r>
              <a:rPr lang="fr-FR" dirty="0" err="1"/>
              <a:t>modele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demarrer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self.__</a:t>
            </a:r>
            <a:r>
              <a:rPr lang="fr-FR" dirty="0" err="1"/>
              <a:t>verifier_carburant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/>
              <a:t>        self.__</a:t>
            </a:r>
            <a:r>
              <a:rPr lang="fr-FR" dirty="0" err="1"/>
              <a:t>allumer_moteur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/>
              <a:t>        self.__</a:t>
            </a:r>
            <a:r>
              <a:rPr lang="fr-FR" dirty="0" err="1"/>
              <a:t>verifier_ceintures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("Voiture démarrée!")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</a:t>
            </a:r>
            <a:r>
              <a:rPr lang="fr-FR" dirty="0" err="1"/>
              <a:t>verifier_carburant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("Vérification carburant...")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</a:t>
            </a:r>
            <a:r>
              <a:rPr lang="fr-FR" dirty="0" err="1"/>
              <a:t>allumer_moteur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("Allumage moteur...")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</a:t>
            </a:r>
            <a:r>
              <a:rPr lang="fr-FR" dirty="0" err="1"/>
              <a:t>verifier_ceintures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("Vérification ceintures...")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4130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6D31A-2C2C-54F3-3D18-400DC6C1F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5044DD-4D2C-C73B-4122-435CD866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r>
              <a:rPr lang="fr-FR" b="1" dirty="0"/>
              <a:t>Utilisation de l'abstraction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 err="1"/>
              <a:t>ma_voiture</a:t>
            </a:r>
            <a:r>
              <a:rPr lang="fr-FR" dirty="0"/>
              <a:t> = Voiture("Fiat", "2025")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L'utilisateur voit seulement ça :</a:t>
            </a:r>
          </a:p>
          <a:p>
            <a:pPr marL="0" indent="0">
              <a:buNone/>
            </a:pPr>
            <a:r>
              <a:rPr lang="fr-FR" dirty="0" err="1"/>
              <a:t>ma_voiture.demarrer</a:t>
            </a:r>
            <a:r>
              <a:rPr lang="fr-FR" dirty="0"/>
              <a:t>()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Il ne voit pas les étapes internes :</a:t>
            </a:r>
          </a:p>
          <a:p>
            <a:pPr marL="0" indent="0">
              <a:buNone/>
            </a:pPr>
            <a:r>
              <a:rPr lang="fr-FR" dirty="0"/>
              <a:t># __</a:t>
            </a:r>
            <a:r>
              <a:rPr lang="fr-FR" dirty="0" err="1"/>
              <a:t>verifier_carburant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/>
              <a:t># __</a:t>
            </a:r>
            <a:r>
              <a:rPr lang="fr-FR" dirty="0" err="1"/>
              <a:t>allumer_moteur</a:t>
            </a:r>
            <a:r>
              <a:rPr lang="fr-FR" dirty="0"/>
              <a:t>() </a:t>
            </a:r>
          </a:p>
          <a:p>
            <a:pPr marL="0" indent="0">
              <a:buNone/>
            </a:pPr>
            <a:r>
              <a:rPr lang="fr-FR" dirty="0"/>
              <a:t># __</a:t>
            </a:r>
            <a:r>
              <a:rPr lang="fr-FR" dirty="0" err="1"/>
              <a:t>verifier_ceintures</a:t>
            </a:r>
            <a:r>
              <a:rPr lang="fr-FR" dirty="0"/>
              <a:t>()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8487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B75A-6EF7-6111-791A-36D1B12EF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A9897E-70B7-6FA9-59CD-2A9912F48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Exercice : Abstraction</a:t>
            </a:r>
            <a:br>
              <a:rPr lang="fr-FR" dirty="0"/>
            </a:br>
            <a:r>
              <a:rPr lang="fr-FR" dirty="0"/>
              <a:t>Créez une classe </a:t>
            </a:r>
            <a:r>
              <a:rPr lang="fr-FR" dirty="0" err="1"/>
              <a:t>Cafetiere</a:t>
            </a:r>
            <a:r>
              <a:rPr lang="fr-FR" dirty="0"/>
              <a:t> avec :</a:t>
            </a:r>
          </a:p>
          <a:p>
            <a:r>
              <a:rPr lang="fr-FR" dirty="0"/>
              <a:t>Méthode publique : </a:t>
            </a:r>
            <a:r>
              <a:rPr lang="fr-FR" dirty="0" err="1"/>
              <a:t>preparer_cafe</a:t>
            </a:r>
            <a:r>
              <a:rPr lang="fr-FR" dirty="0"/>
              <a:t>()</a:t>
            </a:r>
          </a:p>
          <a:p>
            <a:r>
              <a:rPr lang="fr-FR" dirty="0"/>
              <a:t>Méthodes privées : __</a:t>
            </a:r>
            <a:r>
              <a:rPr lang="fr-FR" dirty="0" err="1"/>
              <a:t>chauffer_eau</a:t>
            </a:r>
            <a:r>
              <a:rPr lang="fr-FR" dirty="0"/>
              <a:t>(), __</a:t>
            </a:r>
            <a:r>
              <a:rPr lang="fr-FR" dirty="0" err="1"/>
              <a:t>moudre_grains</a:t>
            </a:r>
            <a:r>
              <a:rPr lang="fr-FR" dirty="0"/>
              <a:t>(), __infuser()</a:t>
            </a:r>
          </a:p>
          <a:p>
            <a:r>
              <a:rPr lang="fr-FR" dirty="0"/>
              <a:t>L'utilisateur appelle seulement </a:t>
            </a:r>
            <a:r>
              <a:rPr lang="fr-FR" dirty="0" err="1"/>
              <a:t>preparer_cafe</a:t>
            </a:r>
            <a:r>
              <a:rPr lang="fr-FR" dirty="0"/>
              <a:t>()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7978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D7BCB-1A73-300E-9D76-F829890D2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243A76-4F8A-01FA-EA53-1A531576C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55000" lnSpcReduction="20000"/>
          </a:bodyPr>
          <a:lstStyle/>
          <a:p>
            <a:r>
              <a:rPr lang="fr-FR" b="1" dirty="0"/>
              <a:t>Solution : Abstraction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</a:t>
            </a:r>
            <a:r>
              <a:rPr lang="fr-FR" dirty="0" err="1"/>
              <a:t>Cafetiere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marque):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self.marque</a:t>
            </a:r>
            <a:r>
              <a:rPr lang="fr-FR" dirty="0"/>
              <a:t> = marque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preparer_cafe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self.__</a:t>
            </a:r>
            <a:r>
              <a:rPr lang="fr-FR" dirty="0" err="1"/>
              <a:t>chauffer_eau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/>
              <a:t>        self.__</a:t>
            </a:r>
            <a:r>
              <a:rPr lang="fr-FR" dirty="0" err="1"/>
              <a:t>moudre_grains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self.__infuser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("Café prêt! ")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</a:t>
            </a:r>
            <a:r>
              <a:rPr lang="fr-FR" dirty="0" err="1"/>
              <a:t>chauffer_eau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("Chauffage de l'eau...")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</a:t>
            </a:r>
            <a:r>
              <a:rPr lang="fr-FR" dirty="0" err="1"/>
              <a:t>moudre_grains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("Broyage des grains...")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__infuser(self):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("Infusion en cours...")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7599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3022-8189-E42E-EFFC-0C5502B1C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397C83-469C-33E8-BC3F-00F6972A5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r>
              <a:rPr lang="fr-FR" b="1" dirty="0"/>
              <a:t>Instanciation et test de la cafetière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# Création d'une cafetière</a:t>
            </a:r>
          </a:p>
          <a:p>
            <a:pPr marL="0" indent="0">
              <a:buNone/>
            </a:pPr>
            <a:r>
              <a:rPr lang="fr-FR" dirty="0" err="1"/>
              <a:t>ma_cafetiere</a:t>
            </a:r>
            <a:r>
              <a:rPr lang="fr-FR" dirty="0"/>
              <a:t> = </a:t>
            </a:r>
            <a:r>
              <a:rPr lang="fr-FR" dirty="0" err="1"/>
              <a:t>Cafetiere</a:t>
            </a:r>
            <a:r>
              <a:rPr lang="fr-FR" dirty="0"/>
              <a:t>("Philips")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Utilisation simple</a:t>
            </a:r>
          </a:p>
          <a:p>
            <a:pPr marL="0" indent="0">
              <a:buNone/>
            </a:pPr>
            <a:r>
              <a:rPr lang="fr-FR" dirty="0" err="1"/>
              <a:t>ma_cafetiere.preparer_cafe</a:t>
            </a:r>
            <a:r>
              <a:rPr lang="fr-FR" dirty="0"/>
              <a:t>()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0488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105C6-7DC2-96E1-CACE-504EA904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7AFC8C-7819-2ED4-A7F7-E2FA846D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r>
              <a:rPr lang="fr-FR" b="1" dirty="0"/>
              <a:t>Résultat de l'exécution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Chauffage de l'eau...</a:t>
            </a:r>
          </a:p>
          <a:p>
            <a:pPr marL="0" indent="0">
              <a:buNone/>
            </a:pPr>
            <a:r>
              <a:rPr lang="fr-FR" dirty="0"/>
              <a:t>Broyage des grains...</a:t>
            </a:r>
          </a:p>
          <a:p>
            <a:pPr marL="0" indent="0">
              <a:buNone/>
            </a:pPr>
            <a:r>
              <a:rPr lang="fr-FR" dirty="0"/>
              <a:t>Infusion en cours...</a:t>
            </a:r>
          </a:p>
          <a:p>
            <a:pPr marL="0" indent="0">
              <a:buNone/>
            </a:pPr>
            <a:r>
              <a:rPr lang="fr-FR" dirty="0"/>
              <a:t>Café prêt!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5784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034A-A898-D808-C4D0-181FC3C0C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BBA944-1E53-66F9-52F8-04A9DB725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r>
              <a:rPr lang="fr-FR" b="1" dirty="0"/>
              <a:t>Avantage de l'abstraction</a:t>
            </a:r>
            <a:br>
              <a:rPr lang="fr-FR" dirty="0"/>
            </a:br>
            <a:r>
              <a:rPr lang="fr-FR" dirty="0"/>
              <a:t>L'utilisateur voit seulement :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 err="1"/>
              <a:t>ma_cafetiere.preparer_cafe</a:t>
            </a:r>
            <a:r>
              <a:rPr lang="fr-FR" dirty="0"/>
              <a:t>()  # → "Café prêt! "</a:t>
            </a:r>
          </a:p>
          <a:p>
            <a:endParaRPr lang="fr-FR" dirty="0"/>
          </a:p>
          <a:p>
            <a:r>
              <a:rPr lang="fr-FR" dirty="0"/>
              <a:t>Il ne sait pas comment :</a:t>
            </a:r>
          </a:p>
          <a:p>
            <a:r>
              <a:rPr lang="fr-FR" dirty="0"/>
              <a:t>L'eau est chauffée</a:t>
            </a:r>
          </a:p>
          <a:p>
            <a:r>
              <a:rPr lang="fr-FR" dirty="0"/>
              <a:t>Les grains sont moulus</a:t>
            </a:r>
          </a:p>
          <a:p>
            <a:r>
              <a:rPr lang="fr-FR" dirty="0"/>
              <a:t>L'infusion se fait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0729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8A14-AA9F-A313-DF06-76942CAA0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6FEFBC-AC03-AFAC-C11B-F55FAFF6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5) Échange de données entre instances de classes différentes</a:t>
            </a:r>
            <a:endParaRPr lang="fr-FR" dirty="0"/>
          </a:p>
          <a:p>
            <a:r>
              <a:rPr lang="fr-FR" dirty="0"/>
              <a:t>Les objets de classes différentes peuvent communiquer entre eux</a:t>
            </a:r>
          </a:p>
          <a:p>
            <a:r>
              <a:rPr lang="fr-FR" dirty="0"/>
              <a:t>Passage d'objets en paramètres de méthodes</a:t>
            </a:r>
          </a:p>
          <a:p>
            <a:r>
              <a:rPr lang="fr-FR" dirty="0"/>
              <a:t>Lecture et modification des attributs d'autres objets</a:t>
            </a:r>
          </a:p>
          <a:p>
            <a:r>
              <a:rPr lang="fr-FR" dirty="0"/>
              <a:t>Création de systèmes complexes avec interactions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0516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D0E7A-7524-F688-B59C-4F1208652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FFCCA7-9B4D-5F28-5091-D5867B0E1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77500" lnSpcReduction="20000"/>
          </a:bodyPr>
          <a:lstStyle/>
          <a:p>
            <a:r>
              <a:rPr lang="fr-FR" b="1" dirty="0"/>
              <a:t>Exemple 1 : Gestion de Bibliothèque - Définition des classes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class Livre: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titre, auteur, </a:t>
            </a:r>
            <a:r>
              <a:rPr lang="fr-FR" dirty="0" err="1"/>
              <a:t>est_emprunte</a:t>
            </a:r>
            <a:r>
              <a:rPr lang="fr-FR" dirty="0"/>
              <a:t>=False):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self.titre</a:t>
            </a:r>
            <a:r>
              <a:rPr lang="fr-FR" dirty="0"/>
              <a:t> = titre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self.auteur</a:t>
            </a:r>
            <a:r>
              <a:rPr lang="fr-FR" dirty="0"/>
              <a:t> = auteur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self.est_emprunte</a:t>
            </a:r>
            <a:r>
              <a:rPr lang="fr-FR" dirty="0"/>
              <a:t> = </a:t>
            </a:r>
            <a:r>
              <a:rPr lang="fr-FR" dirty="0" err="1"/>
              <a:t>est_emprunte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changer_statut_emprunt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self.est_emprunte</a:t>
            </a:r>
            <a:r>
              <a:rPr lang="fr-FR" dirty="0"/>
              <a:t> = not </a:t>
            </a:r>
            <a:r>
              <a:rPr lang="fr-FR" dirty="0" err="1"/>
              <a:t>self.est_emprunte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class Membre: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nom, </a:t>
            </a:r>
            <a:r>
              <a:rPr lang="fr-FR" dirty="0" err="1"/>
              <a:t>limite_emprunts</a:t>
            </a:r>
            <a:r>
              <a:rPr lang="fr-FR" dirty="0"/>
              <a:t>=3):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self.nom</a:t>
            </a:r>
            <a:r>
              <a:rPr lang="fr-FR" dirty="0"/>
              <a:t> = nom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self.limite_emprunts</a:t>
            </a:r>
            <a:r>
              <a:rPr lang="fr-FR" dirty="0"/>
              <a:t> = </a:t>
            </a:r>
            <a:r>
              <a:rPr lang="fr-FR" dirty="0" err="1"/>
              <a:t>limite_emprunts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self.livres_empruntes</a:t>
            </a:r>
            <a:r>
              <a:rPr lang="fr-FR" dirty="0"/>
              <a:t> = []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3203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53383-907B-1654-0B1F-95204B724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953C2A-0D4C-3A21-21BA-B3FF20ABE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77500" lnSpcReduction="20000"/>
          </a:bodyPr>
          <a:lstStyle/>
          <a:p>
            <a:r>
              <a:rPr lang="fr-FR" b="1" dirty="0"/>
              <a:t>Méthode de vérification d'emprunt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verifier_emprunt_possible</a:t>
            </a:r>
            <a:r>
              <a:rPr lang="fr-FR" dirty="0"/>
              <a:t>(self, livre):</a:t>
            </a:r>
          </a:p>
          <a:p>
            <a:pPr marL="0" indent="0">
              <a:buNone/>
            </a:pPr>
            <a:r>
              <a:rPr lang="fr-FR" dirty="0"/>
              <a:t>    # Méthode qui reçoit un objet Livre en argument</a:t>
            </a:r>
          </a:p>
          <a:p>
            <a:pPr marL="0" indent="0">
              <a:buNone/>
            </a:pPr>
            <a:r>
              <a:rPr lang="fr-FR" dirty="0"/>
              <a:t>    if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self.livres_empruntes</a:t>
            </a:r>
            <a:r>
              <a:rPr lang="fr-FR" dirty="0"/>
              <a:t>) &gt;= </a:t>
            </a:r>
            <a:r>
              <a:rPr lang="fr-FR" dirty="0" err="1"/>
              <a:t>self.limite_emprunts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(f" {</a:t>
            </a:r>
            <a:r>
              <a:rPr lang="fr-FR" dirty="0" err="1"/>
              <a:t>self.nom</a:t>
            </a:r>
            <a:r>
              <a:rPr lang="fr-FR" dirty="0"/>
              <a:t>} a atteint la limite d'emprunts")</a:t>
            </a:r>
          </a:p>
          <a:p>
            <a:pPr marL="0" indent="0">
              <a:buNone/>
            </a:pPr>
            <a:r>
              <a:rPr lang="fr-FR" dirty="0"/>
              <a:t>        return False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if </a:t>
            </a:r>
            <a:r>
              <a:rPr lang="fr-FR" dirty="0" err="1"/>
              <a:t>livre.est_emprunte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(f" Le livre '{</a:t>
            </a:r>
            <a:r>
              <a:rPr lang="fr-FR" dirty="0" err="1"/>
              <a:t>livre.titre</a:t>
            </a:r>
            <a:r>
              <a:rPr lang="fr-FR" dirty="0"/>
              <a:t>}' est déjà emprunté")</a:t>
            </a:r>
          </a:p>
          <a:p>
            <a:pPr marL="0" indent="0">
              <a:buNone/>
            </a:pPr>
            <a:r>
              <a:rPr lang="fr-FR" dirty="0"/>
              <a:t>        return False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# Calcul et vérification réussie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livres_restants</a:t>
            </a:r>
            <a:r>
              <a:rPr lang="fr-FR" dirty="0"/>
              <a:t> = </a:t>
            </a:r>
            <a:r>
              <a:rPr lang="fr-FR" dirty="0" err="1"/>
              <a:t>self.limite_emprunts</a:t>
            </a:r>
            <a:r>
              <a:rPr lang="fr-FR" dirty="0"/>
              <a:t> - 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self.livres_empruntes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(f" {</a:t>
            </a:r>
            <a:r>
              <a:rPr lang="fr-FR" dirty="0" err="1"/>
              <a:t>self.nom</a:t>
            </a:r>
            <a:r>
              <a:rPr lang="fr-FR" dirty="0"/>
              <a:t>} peut emprunter '{</a:t>
            </a:r>
            <a:r>
              <a:rPr lang="fr-FR" dirty="0" err="1"/>
              <a:t>livre.titre</a:t>
            </a:r>
            <a:r>
              <a:rPr lang="fr-FR" dirty="0"/>
              <a:t>}'")</a:t>
            </a:r>
          </a:p>
          <a:p>
            <a:pPr marL="0" indent="0">
              <a:buNone/>
            </a:pPr>
            <a:r>
              <a:rPr lang="fr-FR" dirty="0"/>
              <a:t>    return </a:t>
            </a:r>
            <a:r>
              <a:rPr lang="fr-FR" dirty="0" err="1"/>
              <a:t>True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6973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EC4D8-2C74-DD4E-DDDE-B2AD2043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3BDF25-9338-6B29-94AE-B4159C594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/>
          </a:bodyPr>
          <a:lstStyle/>
          <a:p>
            <a:r>
              <a:rPr lang="fr-FR" b="1" dirty="0"/>
              <a:t>Utilisation du système bibliothèque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Création des objets</a:t>
            </a:r>
          </a:p>
          <a:p>
            <a:pPr marL="0" indent="0">
              <a:buNone/>
            </a:pPr>
            <a:r>
              <a:rPr lang="fr-FR" dirty="0"/>
              <a:t>livre1 = Livre("La Boîte à merveilles", "Ahmed </a:t>
            </a:r>
            <a:r>
              <a:rPr lang="fr-FR" dirty="0" err="1"/>
              <a:t>Sefrioui</a:t>
            </a:r>
            <a:r>
              <a:rPr lang="fr-FR" dirty="0"/>
              <a:t>")</a:t>
            </a:r>
          </a:p>
          <a:p>
            <a:pPr marL="0" indent="0">
              <a:buNone/>
            </a:pPr>
            <a:r>
              <a:rPr lang="fr-FR" dirty="0"/>
              <a:t>livre2 = Livre("Antigone", "Jean Anouilh", </a:t>
            </a:r>
            <a:r>
              <a:rPr lang="fr-FR" dirty="0" err="1"/>
              <a:t>est_emprunte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membre = Membre("Mohammed-Al </a:t>
            </a:r>
            <a:r>
              <a:rPr lang="fr-FR" dirty="0" err="1"/>
              <a:t>Barae</a:t>
            </a:r>
            <a:r>
              <a:rPr lang="fr-FR" dirty="0"/>
              <a:t> </a:t>
            </a:r>
            <a:r>
              <a:rPr lang="fr-FR" dirty="0" err="1"/>
              <a:t>Abdoussi</a:t>
            </a:r>
            <a:r>
              <a:rPr lang="fr-FR" dirty="0"/>
              <a:t>", </a:t>
            </a:r>
            <a:r>
              <a:rPr lang="fr-FR" dirty="0" err="1"/>
              <a:t>limite_emprunts</a:t>
            </a:r>
            <a:r>
              <a:rPr lang="fr-FR" dirty="0"/>
              <a:t>=3)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Communication entre objets de classes différentes</a:t>
            </a:r>
          </a:p>
          <a:p>
            <a:pPr marL="0" indent="0">
              <a:buNone/>
            </a:pPr>
            <a:r>
              <a:rPr lang="fr-FR" dirty="0" err="1"/>
              <a:t>membre.verifier_emprunt_possible</a:t>
            </a:r>
            <a:r>
              <a:rPr lang="fr-FR" dirty="0"/>
              <a:t>(livre1) # Mohammed peut emprunter</a:t>
            </a:r>
          </a:p>
          <a:p>
            <a:pPr marL="0" indent="0">
              <a:buNone/>
            </a:pPr>
            <a:r>
              <a:rPr lang="fr-FR" dirty="0" err="1"/>
              <a:t>membre.verifier_emprunt_possible</a:t>
            </a:r>
            <a:r>
              <a:rPr lang="fr-FR" dirty="0"/>
              <a:t>(livre2) # Livre déjà emprunté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60156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4CC349-1E4B-2DA4-A54B-9D42F5476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219075"/>
            <a:ext cx="11496675" cy="63055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400" dirty="0"/>
              <a:t>class Livre:</a:t>
            </a:r>
          </a:p>
          <a:p>
            <a:pPr marL="0" indent="0">
              <a:buNone/>
            </a:pPr>
            <a:r>
              <a:rPr lang="fr-FR" sz="400" dirty="0"/>
              <a:t>    </a:t>
            </a:r>
            <a:r>
              <a:rPr lang="fr-FR" sz="400" dirty="0" err="1"/>
              <a:t>def</a:t>
            </a:r>
            <a:r>
              <a:rPr lang="fr-FR" sz="400" dirty="0"/>
              <a:t> __init__(self, titre, auteur, </a:t>
            </a:r>
            <a:r>
              <a:rPr lang="fr-FR" sz="400" dirty="0" err="1"/>
              <a:t>est_emprunte</a:t>
            </a:r>
            <a:r>
              <a:rPr lang="fr-FR" sz="400" dirty="0"/>
              <a:t>=False):</a:t>
            </a:r>
          </a:p>
          <a:p>
            <a:pPr marL="0" indent="0">
              <a:buNone/>
            </a:pPr>
            <a:r>
              <a:rPr lang="fr-FR" sz="400" dirty="0"/>
              <a:t>        </a:t>
            </a:r>
            <a:r>
              <a:rPr lang="fr-FR" sz="400" dirty="0" err="1"/>
              <a:t>self.titre</a:t>
            </a:r>
            <a:r>
              <a:rPr lang="fr-FR" sz="400" dirty="0"/>
              <a:t> = titre</a:t>
            </a:r>
          </a:p>
          <a:p>
            <a:pPr marL="0" indent="0">
              <a:buNone/>
            </a:pPr>
            <a:r>
              <a:rPr lang="fr-FR" sz="400" dirty="0"/>
              <a:t>        </a:t>
            </a:r>
            <a:r>
              <a:rPr lang="fr-FR" sz="400" dirty="0" err="1"/>
              <a:t>self.auteur</a:t>
            </a:r>
            <a:r>
              <a:rPr lang="fr-FR" sz="400" dirty="0"/>
              <a:t> = auteur</a:t>
            </a:r>
          </a:p>
          <a:p>
            <a:pPr marL="0" indent="0">
              <a:buNone/>
            </a:pPr>
            <a:r>
              <a:rPr lang="fr-FR" sz="400" dirty="0"/>
              <a:t>        </a:t>
            </a:r>
            <a:r>
              <a:rPr lang="fr-FR" sz="400" dirty="0" err="1"/>
              <a:t>self.est_emprunte</a:t>
            </a:r>
            <a:r>
              <a:rPr lang="fr-FR" sz="400" dirty="0"/>
              <a:t> = </a:t>
            </a:r>
            <a:r>
              <a:rPr lang="fr-FR" sz="400" dirty="0" err="1"/>
              <a:t>est_emprunte</a:t>
            </a:r>
            <a:endParaRPr lang="fr-FR" sz="400" dirty="0"/>
          </a:p>
          <a:p>
            <a:pPr marL="0" indent="0">
              <a:buNone/>
            </a:pPr>
            <a:r>
              <a:rPr lang="fr-FR" sz="400" dirty="0"/>
              <a:t>    </a:t>
            </a:r>
          </a:p>
          <a:p>
            <a:pPr marL="0" indent="0">
              <a:buNone/>
            </a:pPr>
            <a:r>
              <a:rPr lang="fr-FR" sz="400" dirty="0"/>
              <a:t>    </a:t>
            </a:r>
            <a:r>
              <a:rPr lang="fr-FR" sz="400" dirty="0" err="1"/>
              <a:t>def</a:t>
            </a:r>
            <a:r>
              <a:rPr lang="fr-FR" sz="400" dirty="0"/>
              <a:t> </a:t>
            </a:r>
            <a:r>
              <a:rPr lang="fr-FR" sz="400" dirty="0" err="1"/>
              <a:t>changer_statut_emprunt</a:t>
            </a:r>
            <a:r>
              <a:rPr lang="fr-FR" sz="400" dirty="0"/>
              <a:t>(self):</a:t>
            </a:r>
          </a:p>
          <a:p>
            <a:pPr marL="0" indent="0">
              <a:buNone/>
            </a:pPr>
            <a:r>
              <a:rPr lang="fr-FR" sz="400" dirty="0"/>
              <a:t>        </a:t>
            </a:r>
            <a:r>
              <a:rPr lang="fr-FR" sz="400" dirty="0" err="1"/>
              <a:t>self.est_emprunte</a:t>
            </a:r>
            <a:r>
              <a:rPr lang="fr-FR" sz="400" dirty="0"/>
              <a:t> = not </a:t>
            </a:r>
            <a:r>
              <a:rPr lang="fr-FR" sz="400" dirty="0" err="1"/>
              <a:t>self.est_emprunte</a:t>
            </a:r>
            <a:endParaRPr lang="fr-FR" sz="400" dirty="0"/>
          </a:p>
          <a:p>
            <a:pPr marL="0" indent="0">
              <a:buNone/>
            </a:pPr>
            <a:endParaRPr lang="fr-FR" sz="400" dirty="0"/>
          </a:p>
          <a:p>
            <a:pPr marL="0" indent="0">
              <a:buNone/>
            </a:pPr>
            <a:r>
              <a:rPr lang="fr-FR" sz="400" dirty="0"/>
              <a:t>class Membre:</a:t>
            </a:r>
          </a:p>
          <a:p>
            <a:pPr marL="0" indent="0">
              <a:buNone/>
            </a:pPr>
            <a:r>
              <a:rPr lang="fr-FR" sz="400" dirty="0"/>
              <a:t>    </a:t>
            </a:r>
            <a:r>
              <a:rPr lang="fr-FR" sz="400" dirty="0" err="1"/>
              <a:t>def</a:t>
            </a:r>
            <a:r>
              <a:rPr lang="fr-FR" sz="400" dirty="0"/>
              <a:t> __init__(self, nom, </a:t>
            </a:r>
            <a:r>
              <a:rPr lang="fr-FR" sz="400" dirty="0" err="1"/>
              <a:t>limite_emprunts</a:t>
            </a:r>
            <a:r>
              <a:rPr lang="fr-FR" sz="400" dirty="0"/>
              <a:t>=3):</a:t>
            </a:r>
          </a:p>
          <a:p>
            <a:pPr marL="0" indent="0">
              <a:buNone/>
            </a:pPr>
            <a:r>
              <a:rPr lang="fr-FR" sz="400" dirty="0"/>
              <a:t>        </a:t>
            </a:r>
            <a:r>
              <a:rPr lang="fr-FR" sz="400" dirty="0" err="1"/>
              <a:t>self.nom</a:t>
            </a:r>
            <a:r>
              <a:rPr lang="fr-FR" sz="400" dirty="0"/>
              <a:t> = nom</a:t>
            </a:r>
          </a:p>
          <a:p>
            <a:pPr marL="0" indent="0">
              <a:buNone/>
            </a:pPr>
            <a:r>
              <a:rPr lang="fr-FR" sz="400" dirty="0"/>
              <a:t>        </a:t>
            </a:r>
            <a:r>
              <a:rPr lang="fr-FR" sz="400" dirty="0" err="1"/>
              <a:t>self.limite_emprunts</a:t>
            </a:r>
            <a:r>
              <a:rPr lang="fr-FR" sz="400" dirty="0"/>
              <a:t> = </a:t>
            </a:r>
            <a:r>
              <a:rPr lang="fr-FR" sz="400" dirty="0" err="1"/>
              <a:t>limite_emprunts</a:t>
            </a:r>
            <a:endParaRPr lang="fr-FR" sz="400" dirty="0"/>
          </a:p>
          <a:p>
            <a:pPr marL="0" indent="0">
              <a:buNone/>
            </a:pPr>
            <a:r>
              <a:rPr lang="fr-FR" sz="400" dirty="0"/>
              <a:t>        </a:t>
            </a:r>
            <a:r>
              <a:rPr lang="fr-FR" sz="400" dirty="0" err="1"/>
              <a:t>self.livres_empruntes</a:t>
            </a:r>
            <a:r>
              <a:rPr lang="fr-FR" sz="400" dirty="0"/>
              <a:t> = []</a:t>
            </a:r>
          </a:p>
          <a:p>
            <a:pPr marL="0" indent="0">
              <a:buNone/>
            </a:pPr>
            <a:r>
              <a:rPr lang="fr-FR" sz="400" dirty="0"/>
              <a:t>    </a:t>
            </a:r>
          </a:p>
          <a:p>
            <a:pPr marL="0" indent="0">
              <a:buNone/>
            </a:pPr>
            <a:r>
              <a:rPr lang="fr-FR" sz="400" dirty="0"/>
              <a:t>    </a:t>
            </a:r>
            <a:r>
              <a:rPr lang="fr-FR" sz="400" dirty="0" err="1"/>
              <a:t>def</a:t>
            </a:r>
            <a:r>
              <a:rPr lang="fr-FR" sz="400" dirty="0"/>
              <a:t> </a:t>
            </a:r>
            <a:r>
              <a:rPr lang="fr-FR" sz="400" dirty="0" err="1"/>
              <a:t>verifier_emprunt_possible</a:t>
            </a:r>
            <a:r>
              <a:rPr lang="fr-FR" sz="400" dirty="0"/>
              <a:t>(self, livre):        </a:t>
            </a:r>
          </a:p>
          <a:p>
            <a:pPr marL="0" indent="0">
              <a:buNone/>
            </a:pPr>
            <a:r>
              <a:rPr lang="fr-FR" sz="400" dirty="0"/>
              <a:t>        if </a:t>
            </a:r>
            <a:r>
              <a:rPr lang="fr-FR" sz="400" dirty="0" err="1"/>
              <a:t>len</a:t>
            </a:r>
            <a:r>
              <a:rPr lang="fr-FR" sz="400" dirty="0"/>
              <a:t>(</a:t>
            </a:r>
            <a:r>
              <a:rPr lang="fr-FR" sz="400" dirty="0" err="1"/>
              <a:t>self.livres_empruntes</a:t>
            </a:r>
            <a:r>
              <a:rPr lang="fr-FR" sz="400" dirty="0"/>
              <a:t>) &gt;= </a:t>
            </a:r>
            <a:r>
              <a:rPr lang="fr-FR" sz="400" dirty="0" err="1"/>
              <a:t>self.limite_emprunts</a:t>
            </a:r>
            <a:r>
              <a:rPr lang="fr-FR" sz="400" dirty="0"/>
              <a:t>:</a:t>
            </a:r>
          </a:p>
          <a:p>
            <a:pPr marL="0" indent="0">
              <a:buNone/>
            </a:pPr>
            <a:r>
              <a:rPr lang="fr-FR" sz="400" dirty="0"/>
              <a:t>           </a:t>
            </a:r>
            <a:r>
              <a:rPr lang="fr-FR" sz="400" dirty="0" err="1"/>
              <a:t>print</a:t>
            </a:r>
            <a:r>
              <a:rPr lang="fr-FR" sz="400" dirty="0"/>
              <a:t>(f" {</a:t>
            </a:r>
            <a:r>
              <a:rPr lang="fr-FR" sz="400" dirty="0" err="1"/>
              <a:t>self.nom</a:t>
            </a:r>
            <a:r>
              <a:rPr lang="fr-FR" sz="400" dirty="0"/>
              <a:t>} a atteint la limite d'emprunts")</a:t>
            </a:r>
          </a:p>
          <a:p>
            <a:pPr marL="0" indent="0">
              <a:buNone/>
            </a:pPr>
            <a:r>
              <a:rPr lang="fr-FR" sz="400" dirty="0"/>
              <a:t>           return False</a:t>
            </a:r>
          </a:p>
          <a:p>
            <a:pPr marL="0" indent="0">
              <a:buNone/>
            </a:pPr>
            <a:r>
              <a:rPr lang="fr-FR" sz="400" dirty="0"/>
              <a:t>    </a:t>
            </a:r>
          </a:p>
          <a:p>
            <a:pPr marL="0" indent="0">
              <a:buNone/>
            </a:pPr>
            <a:r>
              <a:rPr lang="fr-FR" sz="400" dirty="0"/>
              <a:t>        if </a:t>
            </a:r>
            <a:r>
              <a:rPr lang="fr-FR" sz="400" dirty="0" err="1"/>
              <a:t>livre.est_emprunte</a:t>
            </a:r>
            <a:r>
              <a:rPr lang="fr-FR" sz="400" dirty="0"/>
              <a:t>:</a:t>
            </a:r>
          </a:p>
          <a:p>
            <a:pPr marL="0" indent="0">
              <a:buNone/>
            </a:pPr>
            <a:r>
              <a:rPr lang="fr-FR" sz="400" dirty="0"/>
              <a:t>           </a:t>
            </a:r>
            <a:r>
              <a:rPr lang="fr-FR" sz="400" dirty="0" err="1"/>
              <a:t>print</a:t>
            </a:r>
            <a:r>
              <a:rPr lang="fr-FR" sz="400" dirty="0"/>
              <a:t>(f" Le livre '{</a:t>
            </a:r>
            <a:r>
              <a:rPr lang="fr-FR" sz="400" dirty="0" err="1"/>
              <a:t>livre.titre</a:t>
            </a:r>
            <a:r>
              <a:rPr lang="fr-FR" sz="400" dirty="0"/>
              <a:t>}' est déjà emprunté")</a:t>
            </a:r>
          </a:p>
          <a:p>
            <a:pPr marL="0" indent="0">
              <a:buNone/>
            </a:pPr>
            <a:r>
              <a:rPr lang="fr-FR" sz="400" dirty="0"/>
              <a:t>           return False    </a:t>
            </a:r>
          </a:p>
          <a:p>
            <a:pPr marL="0" indent="0">
              <a:buNone/>
            </a:pPr>
            <a:r>
              <a:rPr lang="fr-FR" sz="400" dirty="0"/>
              <a:t>   </a:t>
            </a:r>
          </a:p>
          <a:p>
            <a:pPr marL="0" indent="0">
              <a:buNone/>
            </a:pPr>
            <a:r>
              <a:rPr lang="fr-FR" sz="400" dirty="0"/>
              <a:t>        </a:t>
            </a:r>
            <a:r>
              <a:rPr lang="fr-FR" sz="400" dirty="0" err="1"/>
              <a:t>livres_restants</a:t>
            </a:r>
            <a:r>
              <a:rPr lang="fr-FR" sz="400" dirty="0"/>
              <a:t> = </a:t>
            </a:r>
            <a:r>
              <a:rPr lang="fr-FR" sz="400" dirty="0" err="1"/>
              <a:t>self.limite_emprunts</a:t>
            </a:r>
            <a:r>
              <a:rPr lang="fr-FR" sz="400" dirty="0"/>
              <a:t> - </a:t>
            </a:r>
            <a:r>
              <a:rPr lang="fr-FR" sz="400" dirty="0" err="1"/>
              <a:t>len</a:t>
            </a:r>
            <a:r>
              <a:rPr lang="fr-FR" sz="400" dirty="0"/>
              <a:t>(</a:t>
            </a:r>
            <a:r>
              <a:rPr lang="fr-FR" sz="400" dirty="0" err="1"/>
              <a:t>self.livres_empruntes</a:t>
            </a:r>
            <a:r>
              <a:rPr lang="fr-FR" sz="400" dirty="0"/>
              <a:t>)</a:t>
            </a:r>
          </a:p>
          <a:p>
            <a:pPr marL="0" indent="0">
              <a:buNone/>
            </a:pPr>
            <a:r>
              <a:rPr lang="fr-FR" sz="400" dirty="0"/>
              <a:t>        </a:t>
            </a:r>
            <a:r>
              <a:rPr lang="fr-FR" sz="400" dirty="0" err="1"/>
              <a:t>print</a:t>
            </a:r>
            <a:r>
              <a:rPr lang="fr-FR" sz="400" dirty="0"/>
              <a:t>(f" {</a:t>
            </a:r>
            <a:r>
              <a:rPr lang="fr-FR" sz="400" dirty="0" err="1"/>
              <a:t>self.nom</a:t>
            </a:r>
            <a:r>
              <a:rPr lang="fr-FR" sz="400" dirty="0"/>
              <a:t>} peut emprunter '{</a:t>
            </a:r>
            <a:r>
              <a:rPr lang="fr-FR" sz="400" dirty="0" err="1"/>
              <a:t>livre.titre</a:t>
            </a:r>
            <a:r>
              <a:rPr lang="fr-FR" sz="400" dirty="0"/>
              <a:t>}'")</a:t>
            </a:r>
          </a:p>
          <a:p>
            <a:pPr marL="0" indent="0">
              <a:buNone/>
            </a:pPr>
            <a:r>
              <a:rPr lang="fr-FR" sz="400" dirty="0"/>
              <a:t>        return </a:t>
            </a:r>
            <a:r>
              <a:rPr lang="fr-FR" sz="400" dirty="0" err="1"/>
              <a:t>True</a:t>
            </a:r>
            <a:endParaRPr lang="fr-FR" sz="400" dirty="0"/>
          </a:p>
          <a:p>
            <a:pPr marL="0" indent="0">
              <a:buNone/>
            </a:pPr>
            <a:endParaRPr lang="fr-FR" sz="400" dirty="0"/>
          </a:p>
          <a:p>
            <a:pPr marL="0" indent="0">
              <a:buNone/>
            </a:pPr>
            <a:r>
              <a:rPr lang="fr-FR" sz="400" dirty="0"/>
              <a:t>livre1 = Livre("La Boîte à merveilles", "Ahmed </a:t>
            </a:r>
            <a:r>
              <a:rPr lang="fr-FR" sz="400" dirty="0" err="1"/>
              <a:t>Sefrioui</a:t>
            </a:r>
            <a:r>
              <a:rPr lang="fr-FR" sz="400" dirty="0"/>
              <a:t>")</a:t>
            </a:r>
          </a:p>
          <a:p>
            <a:pPr marL="0" indent="0">
              <a:buNone/>
            </a:pPr>
            <a:r>
              <a:rPr lang="fr-FR" sz="400" dirty="0"/>
              <a:t>livre2 = Livre("Antigone", "Jean Anouilh", </a:t>
            </a:r>
            <a:r>
              <a:rPr lang="fr-FR" sz="400" dirty="0" err="1"/>
              <a:t>est_emprunte</a:t>
            </a:r>
            <a:r>
              <a:rPr lang="fr-FR" sz="400" dirty="0"/>
              <a:t>=</a:t>
            </a:r>
            <a:r>
              <a:rPr lang="fr-FR" sz="400" dirty="0" err="1"/>
              <a:t>True</a:t>
            </a:r>
            <a:r>
              <a:rPr lang="fr-FR" sz="400" dirty="0"/>
              <a:t>)</a:t>
            </a:r>
          </a:p>
          <a:p>
            <a:pPr marL="0" indent="0">
              <a:buNone/>
            </a:pPr>
            <a:endParaRPr lang="fr-FR" sz="400" dirty="0"/>
          </a:p>
          <a:p>
            <a:pPr marL="0" indent="0">
              <a:buNone/>
            </a:pPr>
            <a:r>
              <a:rPr lang="fr-FR" sz="400" dirty="0"/>
              <a:t>membre = Membre("Mohammed-Al </a:t>
            </a:r>
            <a:r>
              <a:rPr lang="fr-FR" sz="400" dirty="0" err="1"/>
              <a:t>Barae</a:t>
            </a:r>
            <a:r>
              <a:rPr lang="fr-FR" sz="400" dirty="0"/>
              <a:t> </a:t>
            </a:r>
            <a:r>
              <a:rPr lang="fr-FR" sz="400" dirty="0" err="1"/>
              <a:t>Abdoussi</a:t>
            </a:r>
            <a:r>
              <a:rPr lang="fr-FR" sz="400" dirty="0"/>
              <a:t>", </a:t>
            </a:r>
            <a:r>
              <a:rPr lang="fr-FR" sz="400" dirty="0" err="1"/>
              <a:t>limite_emprunts</a:t>
            </a:r>
            <a:r>
              <a:rPr lang="fr-FR" sz="400" dirty="0"/>
              <a:t>=3)</a:t>
            </a:r>
          </a:p>
          <a:p>
            <a:pPr marL="0" indent="0">
              <a:buNone/>
            </a:pPr>
            <a:r>
              <a:rPr lang="fr-FR" sz="400" dirty="0" err="1"/>
              <a:t>membre.verifier_emprunt_possible</a:t>
            </a:r>
            <a:r>
              <a:rPr lang="fr-FR" sz="400" dirty="0"/>
              <a:t>(livre1) # Mohammed peut emprunter</a:t>
            </a:r>
          </a:p>
          <a:p>
            <a:pPr marL="0" indent="0">
              <a:buNone/>
            </a:pPr>
            <a:r>
              <a:rPr lang="fr-FR" sz="400" dirty="0" err="1"/>
              <a:t>membre.verifier_emprunt_possible</a:t>
            </a:r>
            <a:r>
              <a:rPr lang="fr-FR" sz="400" dirty="0"/>
              <a:t>(livre2) # Livre déjà emprunté</a:t>
            </a:r>
          </a:p>
        </p:txBody>
      </p:sp>
    </p:spTree>
    <p:extLst>
      <p:ext uri="{BB962C8B-B14F-4D97-AF65-F5344CB8AC3E}">
        <p14:creationId xmlns:p14="http://schemas.microsoft.com/office/powerpoint/2010/main" val="1990319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040EA-DE54-35D7-1971-907638F5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CDAACA-F00B-757A-1D93-53D849EAD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Exercice : Système bibliothèque</a:t>
            </a:r>
            <a:br>
              <a:rPr lang="fr-FR" dirty="0"/>
            </a:br>
            <a:r>
              <a:rPr lang="fr-FR" dirty="0"/>
              <a:t>Améliorez la classe Membre en ajoutant :</a:t>
            </a:r>
          </a:p>
          <a:p>
            <a:r>
              <a:rPr lang="fr-FR" dirty="0"/>
              <a:t>Méthode </a:t>
            </a:r>
            <a:r>
              <a:rPr lang="fr-FR" dirty="0" err="1"/>
              <a:t>emprunter_livre</a:t>
            </a:r>
            <a:r>
              <a:rPr lang="fr-FR" dirty="0"/>
              <a:t>(livre) qui :</a:t>
            </a:r>
          </a:p>
          <a:p>
            <a:pPr lvl="1"/>
            <a:r>
              <a:rPr lang="fr-FR" dirty="0"/>
              <a:t>Vérifie si l'emprunt est possible</a:t>
            </a:r>
          </a:p>
          <a:p>
            <a:pPr lvl="1"/>
            <a:r>
              <a:rPr lang="fr-FR" dirty="0"/>
              <a:t>Ajoute le livre à </a:t>
            </a:r>
            <a:r>
              <a:rPr lang="fr-FR" dirty="0" err="1"/>
              <a:t>livres_empruntes</a:t>
            </a:r>
            <a:endParaRPr lang="fr-FR" dirty="0"/>
          </a:p>
          <a:p>
            <a:pPr lvl="1"/>
            <a:r>
              <a:rPr lang="fr-FR" dirty="0"/>
              <a:t>Change le statut du livre</a:t>
            </a:r>
          </a:p>
          <a:p>
            <a:pPr lvl="1"/>
            <a:r>
              <a:rPr lang="fr-FR" dirty="0"/>
              <a:t>Affiche un message de confirmation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47540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4FEA-F76A-7219-15CB-B7C2CAF3C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2D72A3-9087-53A4-AEAE-23FD5351C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r>
              <a:rPr lang="fr-FR" b="1" dirty="0"/>
              <a:t>Solution : Système bibliothèque amélioré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emprunter_livre</a:t>
            </a:r>
            <a:r>
              <a:rPr lang="fr-FR" dirty="0"/>
              <a:t>(self, livre):</a:t>
            </a:r>
          </a:p>
          <a:p>
            <a:pPr marL="0" indent="0">
              <a:buNone/>
            </a:pPr>
            <a:r>
              <a:rPr lang="fr-FR" dirty="0"/>
              <a:t>    if </a:t>
            </a:r>
            <a:r>
              <a:rPr lang="fr-FR" dirty="0" err="1"/>
              <a:t>self.verifier_emprunt_possible</a:t>
            </a:r>
            <a:r>
              <a:rPr lang="fr-FR" dirty="0"/>
              <a:t>(livre):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self.livres_empruntes.append</a:t>
            </a:r>
            <a:r>
              <a:rPr lang="fr-FR" dirty="0"/>
              <a:t>(livre)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livre.changer_statut_emprunt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(f"{</a:t>
            </a:r>
            <a:r>
              <a:rPr lang="fr-FR" dirty="0" err="1"/>
              <a:t>self.nom</a:t>
            </a:r>
            <a:r>
              <a:rPr lang="fr-FR" dirty="0"/>
              <a:t>} a emprunté '{</a:t>
            </a:r>
            <a:r>
              <a:rPr lang="fr-FR" dirty="0" err="1"/>
              <a:t>livre.titre</a:t>
            </a:r>
            <a:r>
              <a:rPr lang="fr-FR" dirty="0"/>
              <a:t>}'")</a:t>
            </a:r>
          </a:p>
          <a:p>
            <a:pPr marL="0" indent="0">
              <a:buNone/>
            </a:pPr>
            <a:r>
              <a:rPr lang="fr-FR" dirty="0"/>
              <a:t>        return </a:t>
            </a:r>
            <a:r>
              <a:rPr lang="fr-FR" dirty="0" err="1"/>
              <a:t>True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return False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1579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F07412-5AE9-6AD9-67F9-610E5D6E9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342900"/>
            <a:ext cx="11029950" cy="5834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00" dirty="0"/>
              <a:t>class Livre:</a:t>
            </a:r>
          </a:p>
          <a:p>
            <a:pPr marL="0" indent="0">
              <a:buNone/>
            </a:pPr>
            <a:r>
              <a:rPr lang="fr-FR" sz="100" dirty="0"/>
              <a:t>    </a:t>
            </a:r>
            <a:r>
              <a:rPr lang="fr-FR" sz="100" dirty="0" err="1"/>
              <a:t>def</a:t>
            </a:r>
            <a:r>
              <a:rPr lang="fr-FR" sz="100" dirty="0"/>
              <a:t> __init__(self, titre, auteur, </a:t>
            </a:r>
            <a:r>
              <a:rPr lang="fr-FR" sz="100" dirty="0" err="1"/>
              <a:t>est_emprunte</a:t>
            </a:r>
            <a:r>
              <a:rPr lang="fr-FR" sz="100" dirty="0"/>
              <a:t>=False):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self.titre</a:t>
            </a:r>
            <a:r>
              <a:rPr lang="fr-FR" sz="100" dirty="0"/>
              <a:t> = titre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self.auteur</a:t>
            </a:r>
            <a:r>
              <a:rPr lang="fr-FR" sz="100" dirty="0"/>
              <a:t> = auteur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self.est_emprunte</a:t>
            </a:r>
            <a:r>
              <a:rPr lang="fr-FR" sz="100" dirty="0"/>
              <a:t> = </a:t>
            </a:r>
            <a:r>
              <a:rPr lang="fr-FR" sz="100" dirty="0" err="1"/>
              <a:t>est_emprunte</a:t>
            </a:r>
            <a:endParaRPr lang="fr-FR" sz="100" dirty="0"/>
          </a:p>
          <a:p>
            <a:pPr marL="0" indent="0">
              <a:buNone/>
            </a:pPr>
            <a:r>
              <a:rPr lang="fr-FR" sz="100" dirty="0"/>
              <a:t>    </a:t>
            </a:r>
          </a:p>
          <a:p>
            <a:pPr marL="0" indent="0">
              <a:buNone/>
            </a:pPr>
            <a:r>
              <a:rPr lang="fr-FR" sz="100" dirty="0"/>
              <a:t>    </a:t>
            </a:r>
            <a:r>
              <a:rPr lang="fr-FR" sz="100" dirty="0" err="1"/>
              <a:t>def</a:t>
            </a:r>
            <a:r>
              <a:rPr lang="fr-FR" sz="100" dirty="0"/>
              <a:t> </a:t>
            </a:r>
            <a:r>
              <a:rPr lang="fr-FR" sz="100" dirty="0" err="1"/>
              <a:t>changer_statut_emprunt</a:t>
            </a:r>
            <a:r>
              <a:rPr lang="fr-FR" sz="100" dirty="0"/>
              <a:t>(self):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self.est_emprunte</a:t>
            </a:r>
            <a:r>
              <a:rPr lang="fr-FR" sz="100" dirty="0"/>
              <a:t> = not </a:t>
            </a:r>
            <a:r>
              <a:rPr lang="fr-FR" sz="100" dirty="0" err="1"/>
              <a:t>self.est_emprunte</a:t>
            </a:r>
            <a:endParaRPr lang="fr-FR" sz="100" dirty="0"/>
          </a:p>
          <a:p>
            <a:pPr marL="0" indent="0">
              <a:buNone/>
            </a:pPr>
            <a:endParaRPr lang="fr-FR" sz="100" dirty="0"/>
          </a:p>
          <a:p>
            <a:pPr marL="0" indent="0">
              <a:buNone/>
            </a:pPr>
            <a:r>
              <a:rPr lang="fr-FR" sz="100" dirty="0"/>
              <a:t>class Membre:</a:t>
            </a:r>
          </a:p>
          <a:p>
            <a:pPr marL="0" indent="0">
              <a:buNone/>
            </a:pPr>
            <a:r>
              <a:rPr lang="fr-FR" sz="100" dirty="0"/>
              <a:t>    </a:t>
            </a:r>
            <a:r>
              <a:rPr lang="fr-FR" sz="100" dirty="0" err="1"/>
              <a:t>def</a:t>
            </a:r>
            <a:r>
              <a:rPr lang="fr-FR" sz="100" dirty="0"/>
              <a:t> __init__(self, nom, </a:t>
            </a:r>
            <a:r>
              <a:rPr lang="fr-FR" sz="100" dirty="0" err="1"/>
              <a:t>limite_emprunts</a:t>
            </a:r>
            <a:r>
              <a:rPr lang="fr-FR" sz="100" dirty="0"/>
              <a:t>=3):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self.nom</a:t>
            </a:r>
            <a:r>
              <a:rPr lang="fr-FR" sz="100" dirty="0"/>
              <a:t> = nom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self.limite_emprunts</a:t>
            </a:r>
            <a:r>
              <a:rPr lang="fr-FR" sz="100" dirty="0"/>
              <a:t> = </a:t>
            </a:r>
            <a:r>
              <a:rPr lang="fr-FR" sz="100" dirty="0" err="1"/>
              <a:t>limite_emprunts</a:t>
            </a:r>
            <a:endParaRPr lang="fr-FR" sz="100" dirty="0"/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self.livres_empruntes</a:t>
            </a:r>
            <a:r>
              <a:rPr lang="fr-FR" sz="100" dirty="0"/>
              <a:t> = []</a:t>
            </a:r>
          </a:p>
          <a:p>
            <a:pPr marL="0" indent="0">
              <a:buNone/>
            </a:pPr>
            <a:r>
              <a:rPr lang="fr-FR" sz="100" dirty="0"/>
              <a:t>    </a:t>
            </a:r>
          </a:p>
          <a:p>
            <a:pPr marL="0" indent="0">
              <a:buNone/>
            </a:pPr>
            <a:r>
              <a:rPr lang="fr-FR" sz="100" dirty="0"/>
              <a:t>    </a:t>
            </a:r>
            <a:r>
              <a:rPr lang="fr-FR" sz="100" dirty="0" err="1"/>
              <a:t>def</a:t>
            </a:r>
            <a:r>
              <a:rPr lang="fr-FR" sz="100" dirty="0"/>
              <a:t> </a:t>
            </a:r>
            <a:r>
              <a:rPr lang="fr-FR" sz="100" dirty="0" err="1"/>
              <a:t>verifier_emprunt_possible</a:t>
            </a:r>
            <a:r>
              <a:rPr lang="fr-FR" sz="100" dirty="0"/>
              <a:t>(self, livre):        </a:t>
            </a:r>
          </a:p>
          <a:p>
            <a:pPr marL="0" indent="0">
              <a:buNone/>
            </a:pPr>
            <a:r>
              <a:rPr lang="fr-FR" sz="100" dirty="0"/>
              <a:t>        if </a:t>
            </a:r>
            <a:r>
              <a:rPr lang="fr-FR" sz="100" dirty="0" err="1"/>
              <a:t>len</a:t>
            </a:r>
            <a:r>
              <a:rPr lang="fr-FR" sz="100" dirty="0"/>
              <a:t>(</a:t>
            </a:r>
            <a:r>
              <a:rPr lang="fr-FR" sz="100" dirty="0" err="1"/>
              <a:t>self.livres_empruntes</a:t>
            </a:r>
            <a:r>
              <a:rPr lang="fr-FR" sz="100" dirty="0"/>
              <a:t>) &gt;= </a:t>
            </a:r>
            <a:r>
              <a:rPr lang="fr-FR" sz="100" dirty="0" err="1"/>
              <a:t>self.limite_emprunts</a:t>
            </a:r>
            <a:r>
              <a:rPr lang="fr-FR" sz="100" dirty="0"/>
              <a:t>:</a:t>
            </a:r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print</a:t>
            </a:r>
            <a:r>
              <a:rPr lang="fr-FR" sz="100" dirty="0"/>
              <a:t>(f" {</a:t>
            </a:r>
            <a:r>
              <a:rPr lang="fr-FR" sz="100" dirty="0" err="1"/>
              <a:t>self.nom</a:t>
            </a:r>
            <a:r>
              <a:rPr lang="fr-FR" sz="100" dirty="0"/>
              <a:t>} a atteint la limite d'emprunts")</a:t>
            </a:r>
          </a:p>
          <a:p>
            <a:pPr marL="0" indent="0">
              <a:buNone/>
            </a:pPr>
            <a:r>
              <a:rPr lang="fr-FR" sz="100" dirty="0"/>
              <a:t>           return False</a:t>
            </a:r>
          </a:p>
          <a:p>
            <a:pPr marL="0" indent="0">
              <a:buNone/>
            </a:pPr>
            <a:r>
              <a:rPr lang="fr-FR" sz="100" dirty="0"/>
              <a:t>    </a:t>
            </a:r>
          </a:p>
          <a:p>
            <a:pPr marL="0" indent="0">
              <a:buNone/>
            </a:pPr>
            <a:r>
              <a:rPr lang="fr-FR" sz="100" dirty="0"/>
              <a:t>        if </a:t>
            </a:r>
            <a:r>
              <a:rPr lang="fr-FR" sz="100" dirty="0" err="1"/>
              <a:t>livre.est_emprunte</a:t>
            </a:r>
            <a:r>
              <a:rPr lang="fr-FR" sz="100" dirty="0"/>
              <a:t>:</a:t>
            </a:r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print</a:t>
            </a:r>
            <a:r>
              <a:rPr lang="fr-FR" sz="100" dirty="0"/>
              <a:t>(f" Le livre '{</a:t>
            </a:r>
            <a:r>
              <a:rPr lang="fr-FR" sz="100" dirty="0" err="1"/>
              <a:t>livre.titre</a:t>
            </a:r>
            <a:r>
              <a:rPr lang="fr-FR" sz="100" dirty="0"/>
              <a:t>}' est déjà emprunté")</a:t>
            </a:r>
          </a:p>
          <a:p>
            <a:pPr marL="0" indent="0">
              <a:buNone/>
            </a:pPr>
            <a:r>
              <a:rPr lang="fr-FR" sz="100" dirty="0"/>
              <a:t>           return False    </a:t>
            </a:r>
          </a:p>
          <a:p>
            <a:pPr marL="0" indent="0">
              <a:buNone/>
            </a:pPr>
            <a:r>
              <a:rPr lang="fr-FR" sz="100" dirty="0"/>
              <a:t>   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livres_restants</a:t>
            </a:r>
            <a:r>
              <a:rPr lang="fr-FR" sz="100" dirty="0"/>
              <a:t> = </a:t>
            </a:r>
            <a:r>
              <a:rPr lang="fr-FR" sz="100" dirty="0" err="1"/>
              <a:t>self.limite_emprunts</a:t>
            </a:r>
            <a:r>
              <a:rPr lang="fr-FR" sz="100" dirty="0"/>
              <a:t> - </a:t>
            </a:r>
            <a:r>
              <a:rPr lang="fr-FR" sz="100" dirty="0" err="1"/>
              <a:t>len</a:t>
            </a:r>
            <a:r>
              <a:rPr lang="fr-FR" sz="100" dirty="0"/>
              <a:t>(</a:t>
            </a:r>
            <a:r>
              <a:rPr lang="fr-FR" sz="100" dirty="0" err="1"/>
              <a:t>self.livres_empruntes</a:t>
            </a:r>
            <a:r>
              <a:rPr lang="fr-FR" sz="100" dirty="0"/>
              <a:t>)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print</a:t>
            </a:r>
            <a:r>
              <a:rPr lang="fr-FR" sz="100" dirty="0"/>
              <a:t>(f" {</a:t>
            </a:r>
            <a:r>
              <a:rPr lang="fr-FR" sz="100" dirty="0" err="1"/>
              <a:t>self.nom</a:t>
            </a:r>
            <a:r>
              <a:rPr lang="fr-FR" sz="100" dirty="0"/>
              <a:t>} peut emprunter '{</a:t>
            </a:r>
            <a:r>
              <a:rPr lang="fr-FR" sz="100" dirty="0" err="1"/>
              <a:t>livre.titre</a:t>
            </a:r>
            <a:r>
              <a:rPr lang="fr-FR" sz="100" dirty="0"/>
              <a:t>}'")</a:t>
            </a:r>
          </a:p>
          <a:p>
            <a:pPr marL="0" indent="0">
              <a:buNone/>
            </a:pPr>
            <a:r>
              <a:rPr lang="fr-FR" sz="100" dirty="0"/>
              <a:t>        return </a:t>
            </a:r>
            <a:r>
              <a:rPr lang="fr-FR" sz="100" dirty="0" err="1"/>
              <a:t>True</a:t>
            </a:r>
            <a:endParaRPr lang="fr-FR" sz="100" dirty="0"/>
          </a:p>
          <a:p>
            <a:pPr marL="0" indent="0">
              <a:buNone/>
            </a:pPr>
            <a:r>
              <a:rPr lang="fr-FR" sz="100" dirty="0"/>
              <a:t>    </a:t>
            </a:r>
            <a:r>
              <a:rPr lang="fr-FR" sz="100" dirty="0" err="1"/>
              <a:t>def</a:t>
            </a:r>
            <a:r>
              <a:rPr lang="fr-FR" sz="100" dirty="0"/>
              <a:t> </a:t>
            </a:r>
            <a:r>
              <a:rPr lang="fr-FR" sz="100" dirty="0" err="1"/>
              <a:t>emprunter_livre</a:t>
            </a:r>
            <a:r>
              <a:rPr lang="fr-FR" sz="100" dirty="0"/>
              <a:t>(self, livre):</a:t>
            </a:r>
          </a:p>
          <a:p>
            <a:pPr marL="0" indent="0">
              <a:buNone/>
            </a:pPr>
            <a:r>
              <a:rPr lang="fr-FR" sz="100" dirty="0"/>
              <a:t>        if </a:t>
            </a:r>
            <a:r>
              <a:rPr lang="fr-FR" sz="100" dirty="0" err="1"/>
              <a:t>self.verifier_emprunt_possible</a:t>
            </a:r>
            <a:r>
              <a:rPr lang="fr-FR" sz="100" dirty="0"/>
              <a:t>(livre):</a:t>
            </a:r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self.livres_empruntes.append</a:t>
            </a:r>
            <a:r>
              <a:rPr lang="fr-FR" sz="100" dirty="0"/>
              <a:t>(livre)</a:t>
            </a:r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livre.changer_statut_emprunt</a:t>
            </a:r>
            <a:r>
              <a:rPr lang="fr-FR" sz="100" dirty="0"/>
              <a:t>()</a:t>
            </a:r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print</a:t>
            </a:r>
            <a:r>
              <a:rPr lang="fr-FR" sz="100" dirty="0"/>
              <a:t>(f"{</a:t>
            </a:r>
            <a:r>
              <a:rPr lang="fr-FR" sz="100" dirty="0" err="1"/>
              <a:t>self.nom</a:t>
            </a:r>
            <a:r>
              <a:rPr lang="fr-FR" sz="100" dirty="0"/>
              <a:t>} a emprunté '{</a:t>
            </a:r>
            <a:r>
              <a:rPr lang="fr-FR" sz="100" dirty="0" err="1"/>
              <a:t>livre.titre</a:t>
            </a:r>
            <a:r>
              <a:rPr lang="fr-FR" sz="100" dirty="0"/>
              <a:t>}'")</a:t>
            </a:r>
          </a:p>
          <a:p>
            <a:pPr marL="0" indent="0">
              <a:buNone/>
            </a:pPr>
            <a:r>
              <a:rPr lang="fr-FR" sz="100" dirty="0"/>
              <a:t>           return </a:t>
            </a:r>
            <a:r>
              <a:rPr lang="fr-FR" sz="100" dirty="0" err="1"/>
              <a:t>True</a:t>
            </a:r>
            <a:endParaRPr lang="fr-FR" sz="100" dirty="0"/>
          </a:p>
          <a:p>
            <a:pPr marL="0" indent="0">
              <a:buNone/>
            </a:pPr>
            <a:r>
              <a:rPr lang="fr-FR" sz="100" dirty="0"/>
              <a:t>        return False</a:t>
            </a:r>
          </a:p>
          <a:p>
            <a:pPr marL="0" indent="0">
              <a:buNone/>
            </a:pPr>
            <a:r>
              <a:rPr lang="fr-FR" sz="100" dirty="0"/>
              <a:t>   </a:t>
            </a:r>
          </a:p>
          <a:p>
            <a:pPr marL="0" indent="0">
              <a:buNone/>
            </a:pPr>
            <a:endParaRPr lang="fr-FR" sz="100" dirty="0"/>
          </a:p>
          <a:p>
            <a:pPr marL="0" indent="0">
              <a:buNone/>
            </a:pPr>
            <a:r>
              <a:rPr lang="fr-FR" sz="100" dirty="0"/>
              <a:t>livre1 = Livre("La Boîte à merveilles", "Ahmed </a:t>
            </a:r>
            <a:r>
              <a:rPr lang="fr-FR" sz="100" dirty="0" err="1"/>
              <a:t>Sefrioui</a:t>
            </a:r>
            <a:r>
              <a:rPr lang="fr-FR" sz="100" dirty="0"/>
              <a:t>")</a:t>
            </a:r>
          </a:p>
          <a:p>
            <a:pPr marL="0" indent="0">
              <a:buNone/>
            </a:pPr>
            <a:r>
              <a:rPr lang="fr-FR" sz="100" dirty="0"/>
              <a:t>livre2 = Livre("Antigone", "Jean Anouilh", </a:t>
            </a:r>
            <a:r>
              <a:rPr lang="fr-FR" sz="100" dirty="0" err="1"/>
              <a:t>est_emprunte</a:t>
            </a:r>
            <a:r>
              <a:rPr lang="fr-FR" sz="100" dirty="0"/>
              <a:t>=</a:t>
            </a:r>
            <a:r>
              <a:rPr lang="fr-FR" sz="100" dirty="0" err="1"/>
              <a:t>True</a:t>
            </a:r>
            <a:r>
              <a:rPr lang="fr-FR" sz="100" dirty="0"/>
              <a:t>)</a:t>
            </a:r>
          </a:p>
          <a:p>
            <a:pPr marL="0" indent="0">
              <a:buNone/>
            </a:pPr>
            <a:endParaRPr lang="fr-FR" sz="100" dirty="0"/>
          </a:p>
          <a:p>
            <a:pPr marL="0" indent="0">
              <a:buNone/>
            </a:pPr>
            <a:r>
              <a:rPr lang="fr-FR" sz="100" dirty="0"/>
              <a:t>membre = Membre("Mohammed-Al </a:t>
            </a:r>
            <a:r>
              <a:rPr lang="fr-FR" sz="100" dirty="0" err="1"/>
              <a:t>Barae</a:t>
            </a:r>
            <a:r>
              <a:rPr lang="fr-FR" sz="100" dirty="0"/>
              <a:t> </a:t>
            </a:r>
            <a:r>
              <a:rPr lang="fr-FR" sz="100" dirty="0" err="1"/>
              <a:t>Abdoussi</a:t>
            </a:r>
            <a:r>
              <a:rPr lang="fr-FR" sz="100" dirty="0"/>
              <a:t>", </a:t>
            </a:r>
            <a:r>
              <a:rPr lang="fr-FR" sz="100" dirty="0" err="1"/>
              <a:t>limite_emprunts</a:t>
            </a:r>
            <a:r>
              <a:rPr lang="fr-FR" sz="100" dirty="0"/>
              <a:t>=3)</a:t>
            </a:r>
          </a:p>
          <a:p>
            <a:pPr marL="0" indent="0">
              <a:buNone/>
            </a:pPr>
            <a:r>
              <a:rPr lang="fr-FR" sz="100" dirty="0" err="1"/>
              <a:t>membre.emprunter_livre</a:t>
            </a:r>
            <a:r>
              <a:rPr lang="fr-FR" sz="100" dirty="0"/>
              <a:t>(livre1)</a:t>
            </a:r>
          </a:p>
          <a:p>
            <a:pPr marL="0" indent="0">
              <a:buNone/>
            </a:pPr>
            <a:r>
              <a:rPr lang="fr-FR" sz="100" dirty="0" err="1"/>
              <a:t>membre.emprunter_livre</a:t>
            </a:r>
            <a:r>
              <a:rPr lang="fr-FR" sz="100" dirty="0"/>
              <a:t>(livre2)</a:t>
            </a:r>
          </a:p>
        </p:txBody>
      </p:sp>
    </p:spTree>
    <p:extLst>
      <p:ext uri="{BB962C8B-B14F-4D97-AF65-F5344CB8AC3E}">
        <p14:creationId xmlns:p14="http://schemas.microsoft.com/office/powerpoint/2010/main" val="7450284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ED94F-9F53-6D93-959E-657A0806D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D698E4-6492-2D24-77FB-6BA2C9154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62500" lnSpcReduction="20000"/>
          </a:bodyPr>
          <a:lstStyle/>
          <a:p>
            <a:r>
              <a:rPr lang="fr-FR" b="1" dirty="0"/>
              <a:t>Exemple 2 : Gestion de Commandes - Définition des classes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class Produit: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nom, prix, stock):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self.nom</a:t>
            </a:r>
            <a:r>
              <a:rPr lang="fr-FR" dirty="0"/>
              <a:t> = nom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self.prix</a:t>
            </a:r>
            <a:r>
              <a:rPr lang="fr-FR" dirty="0"/>
              <a:t> = prix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self.stock</a:t>
            </a:r>
            <a:r>
              <a:rPr lang="fr-FR" dirty="0"/>
              <a:t> = stock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reduire_stock</a:t>
            </a:r>
            <a:r>
              <a:rPr lang="fr-FR" dirty="0"/>
              <a:t>(self, </a:t>
            </a:r>
            <a:r>
              <a:rPr lang="fr-FR" dirty="0" err="1"/>
              <a:t>quantite</a:t>
            </a:r>
            <a:r>
              <a:rPr lang="fr-FR" dirty="0"/>
              <a:t>):</a:t>
            </a:r>
          </a:p>
          <a:p>
            <a:pPr marL="0" indent="0">
              <a:buNone/>
            </a:pPr>
            <a:r>
              <a:rPr lang="fr-FR" dirty="0"/>
              <a:t>        if </a:t>
            </a:r>
            <a:r>
              <a:rPr lang="fr-FR" dirty="0" err="1"/>
              <a:t>self.stock</a:t>
            </a:r>
            <a:r>
              <a:rPr lang="fr-FR" dirty="0"/>
              <a:t> &gt;= </a:t>
            </a:r>
            <a:r>
              <a:rPr lang="fr-FR" dirty="0" err="1"/>
              <a:t>quantite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        </a:t>
            </a:r>
            <a:r>
              <a:rPr lang="fr-FR" dirty="0" err="1"/>
              <a:t>self.stock</a:t>
            </a:r>
            <a:r>
              <a:rPr lang="fr-FR" dirty="0"/>
              <a:t> -= </a:t>
            </a:r>
            <a:r>
              <a:rPr lang="fr-FR" dirty="0" err="1"/>
              <a:t>quantite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    return </a:t>
            </a:r>
            <a:r>
              <a:rPr lang="fr-FR" dirty="0" err="1"/>
              <a:t>True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return False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class Panier: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</a:t>
            </a:r>
            <a:r>
              <a:rPr lang="fr-FR" dirty="0" err="1"/>
              <a:t>client_nom</a:t>
            </a:r>
            <a:r>
              <a:rPr lang="fr-FR" dirty="0"/>
              <a:t>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self.client_nom</a:t>
            </a:r>
            <a:r>
              <a:rPr lang="fr-FR" dirty="0"/>
              <a:t> = </a:t>
            </a:r>
            <a:r>
              <a:rPr lang="fr-FR" dirty="0" err="1"/>
              <a:t>client_nom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self.total</a:t>
            </a:r>
            <a:r>
              <a:rPr lang="fr-FR" dirty="0"/>
              <a:t> = 0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49843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1D4F-B8CF-EC68-EBA2-EBFAFA07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1C28D9-59F9-B6E8-AD34-2E0660E13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55000" lnSpcReduction="20000"/>
          </a:bodyPr>
          <a:lstStyle/>
          <a:p>
            <a:r>
              <a:rPr lang="fr-FR" b="1" dirty="0"/>
              <a:t>Méthode d'ajout au panier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ajouter_produit</a:t>
            </a:r>
            <a:r>
              <a:rPr lang="fr-FR" dirty="0"/>
              <a:t>(self, produit, </a:t>
            </a:r>
            <a:r>
              <a:rPr lang="fr-FR" dirty="0" err="1"/>
              <a:t>quantite</a:t>
            </a:r>
            <a:r>
              <a:rPr lang="fr-FR" dirty="0"/>
              <a:t>):</a:t>
            </a:r>
          </a:p>
          <a:p>
            <a:pPr marL="0" indent="0">
              <a:buNone/>
            </a:pPr>
            <a:r>
              <a:rPr lang="fr-FR" dirty="0"/>
              <a:t>    # Méthode qui reçoit un objet Produit en argument</a:t>
            </a:r>
          </a:p>
          <a:p>
            <a:pPr marL="0" indent="0">
              <a:buNone/>
            </a:pPr>
            <a:r>
              <a:rPr lang="fr-FR" dirty="0"/>
              <a:t>    if </a:t>
            </a:r>
            <a:r>
              <a:rPr lang="fr-FR" dirty="0" err="1"/>
              <a:t>produit.stock</a:t>
            </a:r>
            <a:r>
              <a:rPr lang="fr-FR" dirty="0"/>
              <a:t> &gt;= </a:t>
            </a:r>
            <a:r>
              <a:rPr lang="fr-FR" dirty="0" err="1"/>
              <a:t>quantite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    # Calcul du sous-total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sous_total</a:t>
            </a:r>
            <a:r>
              <a:rPr lang="fr-FR" dirty="0"/>
              <a:t> = </a:t>
            </a:r>
            <a:r>
              <a:rPr lang="fr-FR" dirty="0" err="1"/>
              <a:t>produit.prix</a:t>
            </a:r>
            <a:r>
              <a:rPr lang="fr-FR" dirty="0"/>
              <a:t> * </a:t>
            </a:r>
            <a:r>
              <a:rPr lang="fr-FR" dirty="0" err="1"/>
              <a:t>quantite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self.total</a:t>
            </a:r>
            <a:r>
              <a:rPr lang="fr-FR" dirty="0"/>
              <a:t> += </a:t>
            </a:r>
            <a:r>
              <a:rPr lang="fr-FR" dirty="0" err="1"/>
              <a:t>sous_total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</a:t>
            </a:r>
          </a:p>
          <a:p>
            <a:pPr marL="0" indent="0">
              <a:buNone/>
            </a:pPr>
            <a:r>
              <a:rPr lang="fr-FR" dirty="0"/>
              <a:t>        # Lecture des attributs de l'objet Produit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(f" {</a:t>
            </a:r>
            <a:r>
              <a:rPr lang="fr-FR" dirty="0" err="1"/>
              <a:t>self.client_nom</a:t>
            </a:r>
            <a:r>
              <a:rPr lang="fr-FR" dirty="0"/>
              <a:t>} a ajouté {</a:t>
            </a:r>
            <a:r>
              <a:rPr lang="fr-FR" dirty="0" err="1"/>
              <a:t>quantite</a:t>
            </a:r>
            <a:r>
              <a:rPr lang="fr-FR" dirty="0"/>
              <a:t>} x '{</a:t>
            </a:r>
            <a:r>
              <a:rPr lang="fr-FR" dirty="0" err="1"/>
              <a:t>produit.nom</a:t>
            </a:r>
            <a:r>
              <a:rPr lang="fr-FR" dirty="0"/>
              <a:t>}'")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(f" Prix unitaire: {</a:t>
            </a:r>
            <a:r>
              <a:rPr lang="fr-FR" dirty="0" err="1"/>
              <a:t>produit.prix</a:t>
            </a:r>
            <a:r>
              <a:rPr lang="fr-FR" dirty="0"/>
              <a:t>}€ - Sous-total: {</a:t>
            </a:r>
            <a:r>
              <a:rPr lang="fr-FR" dirty="0" err="1"/>
              <a:t>sous_total</a:t>
            </a:r>
            <a:r>
              <a:rPr lang="fr-FR" dirty="0"/>
              <a:t>}€")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(f" Stock restant: {</a:t>
            </a:r>
            <a:r>
              <a:rPr lang="fr-FR" dirty="0" err="1"/>
              <a:t>produit.stock</a:t>
            </a:r>
            <a:r>
              <a:rPr lang="fr-FR" dirty="0"/>
              <a:t> - </a:t>
            </a:r>
            <a:r>
              <a:rPr lang="fr-FR" dirty="0" err="1"/>
              <a:t>quantite</a:t>
            </a:r>
            <a:r>
              <a:rPr lang="fr-FR" dirty="0"/>
              <a:t>} unités")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(f" Total panier: {</a:t>
            </a:r>
            <a:r>
              <a:rPr lang="fr-FR" dirty="0" err="1"/>
              <a:t>self.total</a:t>
            </a:r>
            <a:r>
              <a:rPr lang="fr-FR" dirty="0"/>
              <a:t>}€")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("-" * 40)</a:t>
            </a:r>
          </a:p>
          <a:p>
            <a:pPr marL="0" indent="0">
              <a:buNone/>
            </a:pPr>
            <a:r>
              <a:rPr lang="fr-FR" dirty="0"/>
              <a:t>        </a:t>
            </a:r>
          </a:p>
          <a:p>
            <a:pPr marL="0" indent="0">
              <a:buNone/>
            </a:pPr>
            <a:r>
              <a:rPr lang="fr-FR" dirty="0"/>
              <a:t>        return </a:t>
            </a:r>
            <a:r>
              <a:rPr lang="fr-FR" dirty="0" err="1"/>
              <a:t>True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else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(f" Stock insuffisant pour '{</a:t>
            </a:r>
            <a:r>
              <a:rPr lang="fr-FR" dirty="0" err="1"/>
              <a:t>produit.nom</a:t>
            </a:r>
            <a:r>
              <a:rPr lang="fr-FR" dirty="0"/>
              <a:t>}'")</a:t>
            </a:r>
          </a:p>
          <a:p>
            <a:pPr marL="0" indent="0">
              <a:buNone/>
            </a:pPr>
            <a:r>
              <a:rPr lang="fr-FR" dirty="0"/>
              <a:t>        return False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17411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B7847-A142-0BAE-C374-0E479305F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0B54C2-1177-3CBC-C287-9B8D3B336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r>
              <a:rPr lang="fr-FR" b="1" dirty="0"/>
              <a:t>Utilisation du système de commandes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Création des produits</a:t>
            </a:r>
          </a:p>
          <a:p>
            <a:pPr marL="0" indent="0">
              <a:buNone/>
            </a:pPr>
            <a:r>
              <a:rPr lang="fr-FR" dirty="0"/>
              <a:t>produit1 = Produit("Ordinateur Portable", 800, 5)</a:t>
            </a:r>
          </a:p>
          <a:p>
            <a:pPr marL="0" indent="0">
              <a:buNone/>
            </a:pPr>
            <a:r>
              <a:rPr lang="fr-FR" dirty="0"/>
              <a:t>produit2 = Produit("Souris USB", 25, 10)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panier_client</a:t>
            </a:r>
            <a:r>
              <a:rPr lang="fr-FR" dirty="0"/>
              <a:t> = Panier("</a:t>
            </a:r>
            <a:r>
              <a:rPr lang="fr-FR" dirty="0" err="1"/>
              <a:t>Nouhaila</a:t>
            </a:r>
            <a:r>
              <a:rPr lang="fr-FR" dirty="0"/>
              <a:t> </a:t>
            </a:r>
            <a:r>
              <a:rPr lang="fr-FR" dirty="0" err="1"/>
              <a:t>Zouine</a:t>
            </a:r>
            <a:r>
              <a:rPr lang="fr-FR" dirty="0"/>
              <a:t>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Communication entre objets</a:t>
            </a:r>
          </a:p>
          <a:p>
            <a:pPr marL="0" indent="0">
              <a:buNone/>
            </a:pPr>
            <a:r>
              <a:rPr lang="fr-FR" dirty="0" err="1"/>
              <a:t>panier_client.ajouter_produit</a:t>
            </a:r>
            <a:r>
              <a:rPr lang="fr-FR" dirty="0"/>
              <a:t>(produit1, 1) # Ajout réussi</a:t>
            </a:r>
          </a:p>
          <a:p>
            <a:pPr marL="0" indent="0">
              <a:buNone/>
            </a:pPr>
            <a:r>
              <a:rPr lang="fr-FR" dirty="0" err="1"/>
              <a:t>panier_client.ajouter_produit</a:t>
            </a:r>
            <a:r>
              <a:rPr lang="fr-FR" dirty="0"/>
              <a:t>(produit2, 15) # Stock insuffisant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2031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65F8A2-2077-8D6D-E723-ECBF95466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409575"/>
            <a:ext cx="11658600" cy="60579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00" dirty="0"/>
              <a:t>class Produit:</a:t>
            </a:r>
          </a:p>
          <a:p>
            <a:pPr marL="0" indent="0">
              <a:buNone/>
            </a:pPr>
            <a:r>
              <a:rPr lang="fr-FR" sz="100" dirty="0"/>
              <a:t>    </a:t>
            </a:r>
            <a:r>
              <a:rPr lang="fr-FR" sz="100" dirty="0" err="1"/>
              <a:t>def</a:t>
            </a:r>
            <a:r>
              <a:rPr lang="fr-FR" sz="100" dirty="0"/>
              <a:t> __init__(self, nom, prix, stock):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self.nom</a:t>
            </a:r>
            <a:r>
              <a:rPr lang="fr-FR" sz="100" dirty="0"/>
              <a:t> = nom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self.prix</a:t>
            </a:r>
            <a:r>
              <a:rPr lang="fr-FR" sz="100" dirty="0"/>
              <a:t> = prix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self.stock</a:t>
            </a:r>
            <a:r>
              <a:rPr lang="fr-FR" sz="100" dirty="0"/>
              <a:t> = stock</a:t>
            </a:r>
          </a:p>
          <a:p>
            <a:pPr marL="0" indent="0">
              <a:buNone/>
            </a:pPr>
            <a:r>
              <a:rPr lang="fr-FR" sz="100" dirty="0"/>
              <a:t>    </a:t>
            </a:r>
          </a:p>
          <a:p>
            <a:pPr marL="0" indent="0">
              <a:buNone/>
            </a:pPr>
            <a:r>
              <a:rPr lang="fr-FR" sz="100" dirty="0"/>
              <a:t>    </a:t>
            </a:r>
            <a:r>
              <a:rPr lang="fr-FR" sz="100" dirty="0" err="1"/>
              <a:t>def</a:t>
            </a:r>
            <a:r>
              <a:rPr lang="fr-FR" sz="100" dirty="0"/>
              <a:t> </a:t>
            </a:r>
            <a:r>
              <a:rPr lang="fr-FR" sz="100" dirty="0" err="1"/>
              <a:t>reduire_stock</a:t>
            </a:r>
            <a:r>
              <a:rPr lang="fr-FR" sz="100" dirty="0"/>
              <a:t>(self, </a:t>
            </a:r>
            <a:r>
              <a:rPr lang="fr-FR" sz="100" dirty="0" err="1"/>
              <a:t>quantite</a:t>
            </a:r>
            <a:r>
              <a:rPr lang="fr-FR" sz="100" dirty="0"/>
              <a:t>):</a:t>
            </a:r>
          </a:p>
          <a:p>
            <a:pPr marL="0" indent="0">
              <a:buNone/>
            </a:pPr>
            <a:r>
              <a:rPr lang="fr-FR" sz="100" dirty="0"/>
              <a:t>        if </a:t>
            </a:r>
            <a:r>
              <a:rPr lang="fr-FR" sz="100" dirty="0" err="1"/>
              <a:t>self.stock</a:t>
            </a:r>
            <a:r>
              <a:rPr lang="fr-FR" sz="100" dirty="0"/>
              <a:t> &gt;= </a:t>
            </a:r>
            <a:r>
              <a:rPr lang="fr-FR" sz="100" dirty="0" err="1"/>
              <a:t>quantite</a:t>
            </a:r>
            <a:r>
              <a:rPr lang="fr-FR" sz="100" dirty="0"/>
              <a:t>:</a:t>
            </a:r>
          </a:p>
          <a:p>
            <a:pPr marL="0" indent="0">
              <a:buNone/>
            </a:pPr>
            <a:r>
              <a:rPr lang="fr-FR" sz="100" dirty="0"/>
              <a:t>            </a:t>
            </a:r>
            <a:r>
              <a:rPr lang="fr-FR" sz="100" dirty="0" err="1"/>
              <a:t>self.stock</a:t>
            </a:r>
            <a:r>
              <a:rPr lang="fr-FR" sz="100" dirty="0"/>
              <a:t> -= </a:t>
            </a:r>
            <a:r>
              <a:rPr lang="fr-FR" sz="100" dirty="0" err="1"/>
              <a:t>quantite</a:t>
            </a:r>
            <a:endParaRPr lang="fr-FR" sz="100" dirty="0"/>
          </a:p>
          <a:p>
            <a:pPr marL="0" indent="0">
              <a:buNone/>
            </a:pPr>
            <a:r>
              <a:rPr lang="fr-FR" sz="100" dirty="0"/>
              <a:t>            return </a:t>
            </a:r>
            <a:r>
              <a:rPr lang="fr-FR" sz="100" dirty="0" err="1"/>
              <a:t>True</a:t>
            </a:r>
            <a:endParaRPr lang="fr-FR" sz="100" dirty="0"/>
          </a:p>
          <a:p>
            <a:pPr marL="0" indent="0">
              <a:buNone/>
            </a:pPr>
            <a:r>
              <a:rPr lang="fr-FR" sz="100" dirty="0"/>
              <a:t>        return False</a:t>
            </a:r>
          </a:p>
          <a:p>
            <a:pPr marL="0" indent="0">
              <a:buNone/>
            </a:pPr>
            <a:endParaRPr lang="fr-FR" sz="100" dirty="0"/>
          </a:p>
          <a:p>
            <a:pPr marL="0" indent="0">
              <a:buNone/>
            </a:pPr>
            <a:r>
              <a:rPr lang="fr-FR" sz="100" dirty="0"/>
              <a:t>class Panier:</a:t>
            </a:r>
          </a:p>
          <a:p>
            <a:pPr marL="0" indent="0">
              <a:buNone/>
            </a:pPr>
            <a:r>
              <a:rPr lang="fr-FR" sz="100" dirty="0"/>
              <a:t>    </a:t>
            </a:r>
            <a:r>
              <a:rPr lang="fr-FR" sz="100" dirty="0" err="1"/>
              <a:t>def</a:t>
            </a:r>
            <a:r>
              <a:rPr lang="fr-FR" sz="100" dirty="0"/>
              <a:t> __init__(self, </a:t>
            </a:r>
            <a:r>
              <a:rPr lang="fr-FR" sz="100" dirty="0" err="1"/>
              <a:t>client_nom</a:t>
            </a:r>
            <a:r>
              <a:rPr lang="fr-FR" sz="100" dirty="0"/>
              <a:t>):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self.client_nom</a:t>
            </a:r>
            <a:r>
              <a:rPr lang="fr-FR" sz="100" dirty="0"/>
              <a:t> = </a:t>
            </a:r>
            <a:r>
              <a:rPr lang="fr-FR" sz="100" dirty="0" err="1"/>
              <a:t>client_nom</a:t>
            </a:r>
            <a:endParaRPr lang="fr-FR" sz="100" dirty="0"/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self.total</a:t>
            </a:r>
            <a:r>
              <a:rPr lang="fr-FR" sz="100" dirty="0"/>
              <a:t> = 0</a:t>
            </a:r>
          </a:p>
          <a:p>
            <a:pPr marL="0" indent="0">
              <a:buNone/>
            </a:pPr>
            <a:r>
              <a:rPr lang="fr-FR" sz="100" dirty="0"/>
              <a:t>    </a:t>
            </a:r>
            <a:r>
              <a:rPr lang="fr-FR" sz="100" dirty="0" err="1"/>
              <a:t>def</a:t>
            </a:r>
            <a:r>
              <a:rPr lang="fr-FR" sz="100" dirty="0"/>
              <a:t> </a:t>
            </a:r>
            <a:r>
              <a:rPr lang="fr-FR" sz="100" dirty="0" err="1"/>
              <a:t>ajouter_produit</a:t>
            </a:r>
            <a:r>
              <a:rPr lang="fr-FR" sz="100" dirty="0"/>
              <a:t>(self, produit, </a:t>
            </a:r>
            <a:r>
              <a:rPr lang="fr-FR" sz="100" dirty="0" err="1"/>
              <a:t>quantite</a:t>
            </a:r>
            <a:r>
              <a:rPr lang="fr-FR" sz="100" dirty="0"/>
              <a:t>):</a:t>
            </a:r>
          </a:p>
          <a:p>
            <a:pPr marL="0" indent="0">
              <a:buNone/>
            </a:pPr>
            <a:r>
              <a:rPr lang="fr-FR" sz="100" dirty="0"/>
              <a:t>    </a:t>
            </a:r>
          </a:p>
          <a:p>
            <a:pPr marL="0" indent="0">
              <a:buNone/>
            </a:pPr>
            <a:r>
              <a:rPr lang="fr-FR" sz="100" dirty="0"/>
              <a:t>        if </a:t>
            </a:r>
            <a:r>
              <a:rPr lang="fr-FR" sz="100" dirty="0" err="1"/>
              <a:t>produit.stock</a:t>
            </a:r>
            <a:r>
              <a:rPr lang="fr-FR" sz="100" dirty="0"/>
              <a:t> &gt;= </a:t>
            </a:r>
            <a:r>
              <a:rPr lang="fr-FR" sz="100" dirty="0" err="1"/>
              <a:t>quantite</a:t>
            </a:r>
            <a:r>
              <a:rPr lang="fr-FR" sz="100" dirty="0"/>
              <a:t>: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sous_total</a:t>
            </a:r>
            <a:r>
              <a:rPr lang="fr-FR" sz="100" dirty="0"/>
              <a:t> = </a:t>
            </a:r>
            <a:r>
              <a:rPr lang="fr-FR" sz="100" dirty="0" err="1"/>
              <a:t>produit.prix</a:t>
            </a:r>
            <a:r>
              <a:rPr lang="fr-FR" sz="100" dirty="0"/>
              <a:t> * </a:t>
            </a:r>
            <a:r>
              <a:rPr lang="fr-FR" sz="100" dirty="0" err="1"/>
              <a:t>quantite</a:t>
            </a:r>
            <a:endParaRPr lang="fr-FR" sz="100" dirty="0"/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self.total</a:t>
            </a:r>
            <a:r>
              <a:rPr lang="fr-FR" sz="100" dirty="0"/>
              <a:t> += </a:t>
            </a:r>
            <a:r>
              <a:rPr lang="fr-FR" sz="100" dirty="0" err="1"/>
              <a:t>sous_total</a:t>
            </a:r>
            <a:endParaRPr lang="fr-FR" sz="100" dirty="0"/>
          </a:p>
          <a:p>
            <a:pPr marL="0" indent="0">
              <a:buNone/>
            </a:pPr>
            <a:r>
              <a:rPr lang="fr-FR" sz="100" dirty="0"/>
              <a:t>        </a:t>
            </a:r>
          </a:p>
          <a:p>
            <a:pPr marL="0" indent="0">
              <a:buNone/>
            </a:pPr>
            <a:r>
              <a:rPr lang="fr-FR" sz="100" dirty="0"/>
              <a:t>       </a:t>
            </a:r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print</a:t>
            </a:r>
            <a:r>
              <a:rPr lang="fr-FR" sz="100" dirty="0"/>
              <a:t>(f" {</a:t>
            </a:r>
            <a:r>
              <a:rPr lang="fr-FR" sz="100" dirty="0" err="1"/>
              <a:t>self.client_nom</a:t>
            </a:r>
            <a:r>
              <a:rPr lang="fr-FR" sz="100" dirty="0"/>
              <a:t>} a ajouté {</a:t>
            </a:r>
            <a:r>
              <a:rPr lang="fr-FR" sz="100" dirty="0" err="1"/>
              <a:t>quantite</a:t>
            </a:r>
            <a:r>
              <a:rPr lang="fr-FR" sz="100" dirty="0"/>
              <a:t>} x '{</a:t>
            </a:r>
            <a:r>
              <a:rPr lang="fr-FR" sz="100" dirty="0" err="1"/>
              <a:t>produit.nom</a:t>
            </a:r>
            <a:r>
              <a:rPr lang="fr-FR" sz="100" dirty="0"/>
              <a:t>}'")</a:t>
            </a:r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print</a:t>
            </a:r>
            <a:r>
              <a:rPr lang="fr-FR" sz="100" dirty="0"/>
              <a:t>(f" Prix unitaire: {</a:t>
            </a:r>
            <a:r>
              <a:rPr lang="fr-FR" sz="100" dirty="0" err="1"/>
              <a:t>produit.prix</a:t>
            </a:r>
            <a:r>
              <a:rPr lang="fr-FR" sz="100" dirty="0"/>
              <a:t>}€ - Sous-total: {</a:t>
            </a:r>
            <a:r>
              <a:rPr lang="fr-FR" sz="100" dirty="0" err="1"/>
              <a:t>sous_total</a:t>
            </a:r>
            <a:r>
              <a:rPr lang="fr-FR" sz="100" dirty="0"/>
              <a:t>}€")</a:t>
            </a:r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print</a:t>
            </a:r>
            <a:r>
              <a:rPr lang="fr-FR" sz="100" dirty="0"/>
              <a:t>(f" Stock restant: {</a:t>
            </a:r>
            <a:r>
              <a:rPr lang="fr-FR" sz="100" dirty="0" err="1"/>
              <a:t>produit.stock</a:t>
            </a:r>
            <a:r>
              <a:rPr lang="fr-FR" sz="100" dirty="0"/>
              <a:t> - </a:t>
            </a:r>
            <a:r>
              <a:rPr lang="fr-FR" sz="100" dirty="0" err="1"/>
              <a:t>quantite</a:t>
            </a:r>
            <a:r>
              <a:rPr lang="fr-FR" sz="100" dirty="0"/>
              <a:t>} unités")</a:t>
            </a:r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print</a:t>
            </a:r>
            <a:r>
              <a:rPr lang="fr-FR" sz="100" dirty="0"/>
              <a:t>(f" Total panier: {</a:t>
            </a:r>
            <a:r>
              <a:rPr lang="fr-FR" sz="100" dirty="0" err="1"/>
              <a:t>self.total</a:t>
            </a:r>
            <a:r>
              <a:rPr lang="fr-FR" sz="100" dirty="0"/>
              <a:t>}€")</a:t>
            </a:r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print</a:t>
            </a:r>
            <a:r>
              <a:rPr lang="fr-FR" sz="100" dirty="0"/>
              <a:t>("-" * 40)</a:t>
            </a:r>
          </a:p>
          <a:p>
            <a:pPr marL="0" indent="0">
              <a:buNone/>
            </a:pPr>
            <a:r>
              <a:rPr lang="fr-FR" sz="100" dirty="0"/>
              <a:t>        </a:t>
            </a:r>
          </a:p>
          <a:p>
            <a:pPr marL="0" indent="0">
              <a:buNone/>
            </a:pPr>
            <a:r>
              <a:rPr lang="fr-FR" sz="100" dirty="0"/>
              <a:t>           return </a:t>
            </a:r>
            <a:r>
              <a:rPr lang="fr-FR" sz="100" dirty="0" err="1"/>
              <a:t>True</a:t>
            </a:r>
            <a:endParaRPr lang="fr-FR" sz="100" dirty="0"/>
          </a:p>
          <a:p>
            <a:pPr marL="0" indent="0">
              <a:buNone/>
            </a:pPr>
            <a:r>
              <a:rPr lang="fr-FR" sz="100" dirty="0"/>
              <a:t>        </a:t>
            </a:r>
            <a:r>
              <a:rPr lang="fr-FR" sz="100" dirty="0" err="1"/>
              <a:t>else</a:t>
            </a:r>
            <a:r>
              <a:rPr lang="fr-FR" sz="100" dirty="0"/>
              <a:t>:</a:t>
            </a:r>
          </a:p>
          <a:p>
            <a:pPr marL="0" indent="0">
              <a:buNone/>
            </a:pPr>
            <a:r>
              <a:rPr lang="fr-FR" sz="100" dirty="0"/>
              <a:t>           </a:t>
            </a:r>
            <a:r>
              <a:rPr lang="fr-FR" sz="100" dirty="0" err="1"/>
              <a:t>print</a:t>
            </a:r>
            <a:r>
              <a:rPr lang="fr-FR" sz="100" dirty="0"/>
              <a:t>(f" Stock insuffisant pour '{</a:t>
            </a:r>
            <a:r>
              <a:rPr lang="fr-FR" sz="100" dirty="0" err="1"/>
              <a:t>produit.nom</a:t>
            </a:r>
            <a:r>
              <a:rPr lang="fr-FR" sz="100" dirty="0"/>
              <a:t>}'")</a:t>
            </a:r>
          </a:p>
          <a:p>
            <a:pPr marL="0" indent="0">
              <a:buNone/>
            </a:pPr>
            <a:r>
              <a:rPr lang="fr-FR" sz="100" dirty="0"/>
              <a:t>           return False</a:t>
            </a:r>
          </a:p>
          <a:p>
            <a:pPr marL="0" indent="0">
              <a:buNone/>
            </a:pPr>
            <a:endParaRPr lang="fr-FR" sz="100" dirty="0"/>
          </a:p>
          <a:p>
            <a:pPr marL="0" indent="0">
              <a:buNone/>
            </a:pPr>
            <a:endParaRPr lang="fr-FR" sz="100" dirty="0"/>
          </a:p>
          <a:p>
            <a:pPr marL="0" indent="0">
              <a:buNone/>
            </a:pPr>
            <a:r>
              <a:rPr lang="fr-FR" sz="100" dirty="0"/>
              <a:t>produit1 = Produit("Ordinateur Portable", 800, 5)</a:t>
            </a:r>
          </a:p>
          <a:p>
            <a:pPr marL="0" indent="0">
              <a:buNone/>
            </a:pPr>
            <a:r>
              <a:rPr lang="fr-FR" sz="100" dirty="0"/>
              <a:t>produit2 = Produit("Souris USB", 25, 10)</a:t>
            </a:r>
          </a:p>
          <a:p>
            <a:pPr marL="0" indent="0">
              <a:buNone/>
            </a:pPr>
            <a:endParaRPr lang="fr-FR" sz="100" dirty="0"/>
          </a:p>
          <a:p>
            <a:pPr marL="0" indent="0">
              <a:buNone/>
            </a:pPr>
            <a:r>
              <a:rPr lang="fr-FR" sz="100" dirty="0" err="1"/>
              <a:t>panier_client</a:t>
            </a:r>
            <a:r>
              <a:rPr lang="fr-FR" sz="100" dirty="0"/>
              <a:t> = Panier("</a:t>
            </a:r>
            <a:r>
              <a:rPr lang="fr-FR" sz="100" dirty="0" err="1"/>
              <a:t>Nouhaila</a:t>
            </a:r>
            <a:r>
              <a:rPr lang="fr-FR" sz="100" dirty="0"/>
              <a:t> </a:t>
            </a:r>
            <a:r>
              <a:rPr lang="fr-FR" sz="100" dirty="0" err="1"/>
              <a:t>Zouine</a:t>
            </a:r>
            <a:r>
              <a:rPr lang="fr-FR" sz="100" dirty="0"/>
              <a:t>")</a:t>
            </a:r>
          </a:p>
          <a:p>
            <a:pPr marL="0" indent="0">
              <a:buNone/>
            </a:pPr>
            <a:endParaRPr lang="fr-FR" sz="100" dirty="0"/>
          </a:p>
          <a:p>
            <a:pPr marL="0" indent="0">
              <a:buNone/>
            </a:pPr>
            <a:r>
              <a:rPr lang="fr-FR" sz="100" dirty="0" err="1"/>
              <a:t>panier_client.ajouter_produit</a:t>
            </a:r>
            <a:r>
              <a:rPr lang="fr-FR" sz="100" dirty="0"/>
              <a:t>(produit1, 1) # Ajout réussi</a:t>
            </a:r>
          </a:p>
          <a:p>
            <a:pPr marL="0" indent="0">
              <a:buNone/>
            </a:pPr>
            <a:r>
              <a:rPr lang="fr-FR" sz="100" dirty="0" err="1"/>
              <a:t>panier_client.ajouter_produit</a:t>
            </a:r>
            <a:r>
              <a:rPr lang="fr-FR" sz="100" dirty="0"/>
              <a:t>(produit2, 15) # Stock insuffisant</a:t>
            </a:r>
          </a:p>
          <a:p>
            <a:pPr marL="0" indent="0">
              <a:buNone/>
            </a:pPr>
            <a:endParaRPr lang="fr-FR" sz="100" dirty="0"/>
          </a:p>
          <a:p>
            <a:pPr marL="0" indent="0">
              <a:buNone/>
            </a:pPr>
            <a:endParaRPr lang="fr-FR" sz="100" dirty="0"/>
          </a:p>
          <a:p>
            <a:pPr marL="0" indent="0">
              <a:buNone/>
            </a:pPr>
            <a:r>
              <a:rPr lang="fr-FR" sz="100" dirty="0"/>
              <a:t>k=input('')</a:t>
            </a:r>
          </a:p>
        </p:txBody>
      </p:sp>
    </p:spTree>
    <p:extLst>
      <p:ext uri="{BB962C8B-B14F-4D97-AF65-F5344CB8AC3E}">
        <p14:creationId xmlns:p14="http://schemas.microsoft.com/office/powerpoint/2010/main" val="14094840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A3F46-FD85-ADD3-B46D-D9237CA3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ADDBB1-E51C-5743-C489-545CD19D0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Exercice : Système de commandes amélioré</a:t>
            </a:r>
            <a:br>
              <a:rPr lang="fr-FR" dirty="0"/>
            </a:br>
            <a:r>
              <a:rPr lang="fr-FR" dirty="0"/>
              <a:t>Ajoutez à la classe Panier :</a:t>
            </a:r>
          </a:p>
          <a:p>
            <a:r>
              <a:rPr lang="fr-FR" dirty="0"/>
              <a:t>Méthode </a:t>
            </a:r>
            <a:r>
              <a:rPr lang="fr-FR" dirty="0" err="1"/>
              <a:t>finaliser_commande</a:t>
            </a:r>
            <a:r>
              <a:rPr lang="fr-FR" dirty="0"/>
              <a:t>() qui :</a:t>
            </a:r>
          </a:p>
          <a:p>
            <a:pPr lvl="1"/>
            <a:r>
              <a:rPr lang="fr-FR" dirty="0"/>
              <a:t>Réduit le stock de tous les produits ajoutés</a:t>
            </a:r>
          </a:p>
          <a:p>
            <a:pPr lvl="1"/>
            <a:r>
              <a:rPr lang="fr-FR" dirty="0"/>
              <a:t>Vide le panier</a:t>
            </a:r>
          </a:p>
          <a:p>
            <a:pPr lvl="1"/>
            <a:r>
              <a:rPr lang="fr-FR" dirty="0"/>
              <a:t>Affiche un récapitulatif de la commande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53335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A315B-4A20-96CE-6162-8DC255129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ADBD12-ED27-5934-BD7B-60B6562E1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/>
          <a:lstStyle/>
          <a:p>
            <a:r>
              <a:rPr lang="fr-FR" b="1" dirty="0"/>
              <a:t>Solution : Finalisation de commande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finaliser_commande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f"Commande</a:t>
            </a:r>
            <a:r>
              <a:rPr lang="fr-FR" dirty="0"/>
              <a:t> finalisée pour {</a:t>
            </a:r>
            <a:r>
              <a:rPr lang="fr-FR" dirty="0" err="1"/>
              <a:t>self.client_nom</a:t>
            </a:r>
            <a:r>
              <a:rPr lang="fr-FR" dirty="0"/>
              <a:t>}")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f"Total</a:t>
            </a:r>
            <a:r>
              <a:rPr lang="fr-FR" dirty="0"/>
              <a:t> à payer: {</a:t>
            </a:r>
            <a:r>
              <a:rPr lang="fr-FR" dirty="0" err="1"/>
              <a:t>self.total</a:t>
            </a:r>
            <a:r>
              <a:rPr lang="fr-FR" dirty="0"/>
              <a:t>}DH")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("Merci pour votre achat!")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self.total</a:t>
            </a:r>
            <a:r>
              <a:rPr lang="fr-FR" dirty="0"/>
              <a:t> = 0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62006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095B8-7F5A-D8AA-E701-F67CE381C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A3C3F9-AB79-5F9B-5015-2AAE96729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Exercice global : Système de Réservation de Billets de Train (ONCF)</a:t>
            </a:r>
            <a:endParaRPr lang="fr-FR" dirty="0"/>
          </a:p>
          <a:p>
            <a:pPr marL="0" indent="0">
              <a:buNone/>
            </a:pPr>
            <a:br>
              <a:rPr lang="fr-FR" dirty="0"/>
            </a:br>
            <a:r>
              <a:rPr lang="fr-FR" dirty="0"/>
              <a:t>Créez un système de réservation de billets de train avec 3 classes :</a:t>
            </a:r>
          </a:p>
          <a:p>
            <a:r>
              <a:rPr lang="fr-FR" dirty="0"/>
              <a:t>Train : représente un train avec son numéro, destination et nombre de places</a:t>
            </a:r>
          </a:p>
          <a:p>
            <a:r>
              <a:rPr lang="fr-FR" dirty="0"/>
              <a:t>Billet : représente un billet avec son numéro, le train et le passager</a:t>
            </a:r>
          </a:p>
          <a:p>
            <a:r>
              <a:rPr lang="fr-FR" dirty="0"/>
              <a:t>Passager : représente un passager avec son nom et ses billets réservés</a:t>
            </a:r>
          </a:p>
          <a:p>
            <a:r>
              <a:rPr lang="fr-FR" b="1" dirty="0"/>
              <a:t>Consignes :</a:t>
            </a:r>
            <a:endParaRPr lang="fr-FR" dirty="0"/>
          </a:p>
          <a:p>
            <a:r>
              <a:rPr lang="fr-FR" dirty="0"/>
              <a:t>La classe Train doit avoir une méthode </a:t>
            </a:r>
            <a:r>
              <a:rPr lang="fr-FR" dirty="0" err="1"/>
              <a:t>reserver_place</a:t>
            </a:r>
            <a:r>
              <a:rPr lang="fr-FR" dirty="0"/>
              <a:t>() qui diminue le nombre de places disponibles</a:t>
            </a:r>
          </a:p>
          <a:p>
            <a:r>
              <a:rPr lang="fr-FR" dirty="0"/>
              <a:t>La classe Passager doit avoir une méthode </a:t>
            </a:r>
            <a:r>
              <a:rPr lang="fr-FR" dirty="0" err="1"/>
              <a:t>reserver_billet</a:t>
            </a:r>
            <a:r>
              <a:rPr lang="fr-FR" dirty="0"/>
              <a:t>(train) qui :</a:t>
            </a:r>
          </a:p>
          <a:p>
            <a:pPr lvl="1"/>
            <a:r>
              <a:rPr lang="fr-FR" dirty="0"/>
              <a:t>Vérifie s'il reste des places dans le train</a:t>
            </a:r>
          </a:p>
          <a:p>
            <a:pPr lvl="1"/>
            <a:r>
              <a:rPr lang="fr-FR" dirty="0"/>
              <a:t>Crée un billet et l'ajoute aux billets du passager</a:t>
            </a:r>
          </a:p>
          <a:p>
            <a:pPr lvl="1"/>
            <a:r>
              <a:rPr lang="fr-FR" dirty="0"/>
              <a:t>Réserve une place dans le train</a:t>
            </a:r>
          </a:p>
          <a:p>
            <a:r>
              <a:rPr lang="fr-FR" dirty="0"/>
              <a:t>Utilisez l'encapsulation pour protéger les attributs critiques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64750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C8893-DE95-01DA-49D4-9AF646EFF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9BC4D3-B536-946B-6580-8A5B186D3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77500" lnSpcReduction="20000"/>
          </a:bodyPr>
          <a:lstStyle/>
          <a:p>
            <a:r>
              <a:rPr lang="fr-FR" b="1" dirty="0"/>
              <a:t>Exercice global : Système ONCF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class Train: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</a:t>
            </a:r>
            <a:r>
              <a:rPr lang="fr-FR" dirty="0" err="1"/>
              <a:t>numero</a:t>
            </a:r>
            <a:r>
              <a:rPr lang="fr-FR" dirty="0"/>
              <a:t>, destination, </a:t>
            </a:r>
            <a:r>
              <a:rPr lang="fr-FR" dirty="0" err="1"/>
              <a:t>places_total</a:t>
            </a:r>
            <a:r>
              <a:rPr lang="fr-FR" dirty="0"/>
              <a:t>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self.numero</a:t>
            </a:r>
            <a:r>
              <a:rPr lang="fr-FR" dirty="0"/>
              <a:t> = </a:t>
            </a:r>
            <a:r>
              <a:rPr lang="fr-FR" dirty="0" err="1"/>
              <a:t>numero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self.destination</a:t>
            </a:r>
            <a:r>
              <a:rPr lang="fr-FR" dirty="0"/>
              <a:t> = destination</a:t>
            </a:r>
          </a:p>
          <a:p>
            <a:pPr marL="0" indent="0">
              <a:buNone/>
            </a:pPr>
            <a:r>
              <a:rPr lang="fr-FR" dirty="0"/>
              <a:t>        self.__</a:t>
            </a:r>
            <a:r>
              <a:rPr lang="fr-FR" dirty="0" err="1"/>
              <a:t>places_disponibles</a:t>
            </a:r>
            <a:r>
              <a:rPr lang="fr-FR" dirty="0"/>
              <a:t> = </a:t>
            </a:r>
            <a:r>
              <a:rPr lang="fr-FR" dirty="0" err="1"/>
              <a:t>places_total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reserver_place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if self.__</a:t>
            </a:r>
            <a:r>
              <a:rPr lang="fr-FR" dirty="0" err="1"/>
              <a:t>places_disponibles</a:t>
            </a:r>
            <a:r>
              <a:rPr lang="fr-FR" dirty="0"/>
              <a:t> &gt; 0:</a:t>
            </a:r>
          </a:p>
          <a:p>
            <a:pPr marL="0" indent="0">
              <a:buNone/>
            </a:pPr>
            <a:r>
              <a:rPr lang="fr-FR" dirty="0"/>
              <a:t>            self.__</a:t>
            </a:r>
            <a:r>
              <a:rPr lang="fr-FR" dirty="0" err="1"/>
              <a:t>places_disponibles</a:t>
            </a:r>
            <a:r>
              <a:rPr lang="fr-FR" dirty="0"/>
              <a:t> -= 1</a:t>
            </a:r>
          </a:p>
          <a:p>
            <a:pPr marL="0" indent="0">
              <a:buNone/>
            </a:pPr>
            <a:r>
              <a:rPr lang="fr-FR" dirty="0"/>
              <a:t>            return </a:t>
            </a:r>
            <a:r>
              <a:rPr lang="fr-FR" dirty="0" err="1"/>
              <a:t>True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return False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get_places_disponibles</a:t>
            </a:r>
            <a:r>
              <a:rPr lang="fr-FR" dirty="0"/>
              <a:t>(self):</a:t>
            </a:r>
          </a:p>
          <a:p>
            <a:pPr marL="0" indent="0">
              <a:buNone/>
            </a:pPr>
            <a:r>
              <a:rPr lang="fr-FR" dirty="0"/>
              <a:t>        return self.__</a:t>
            </a:r>
            <a:r>
              <a:rPr lang="fr-FR" dirty="0" err="1"/>
              <a:t>places_disponibles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84553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422FA-9A3B-1EC8-B050-A2C67FFF7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91BED7-4CF7-9F4D-A29B-6EC86BB86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32500" lnSpcReduction="20000"/>
          </a:bodyPr>
          <a:lstStyle/>
          <a:p>
            <a:r>
              <a:rPr lang="fr-FR" b="1" dirty="0"/>
              <a:t>Suite de la solution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class Billet: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</a:t>
            </a:r>
            <a:r>
              <a:rPr lang="fr-FR" dirty="0" err="1"/>
              <a:t>numero_billet</a:t>
            </a:r>
            <a:r>
              <a:rPr lang="fr-FR" dirty="0"/>
              <a:t>, train, passager):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self.numero_billet</a:t>
            </a:r>
            <a:r>
              <a:rPr lang="fr-FR" dirty="0"/>
              <a:t> = </a:t>
            </a:r>
            <a:r>
              <a:rPr lang="fr-FR" dirty="0" err="1"/>
              <a:t>numero_billet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self.train</a:t>
            </a:r>
            <a:r>
              <a:rPr lang="fr-FR" dirty="0"/>
              <a:t> = train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self.passager</a:t>
            </a:r>
            <a:r>
              <a:rPr lang="fr-FR" dirty="0"/>
              <a:t> = passager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</a:t>
            </a:r>
            <a:r>
              <a:rPr lang="fr-FR" dirty="0" err="1"/>
              <a:t>str</a:t>
            </a:r>
            <a:r>
              <a:rPr lang="fr-FR" dirty="0"/>
              <a:t>__(self):</a:t>
            </a:r>
          </a:p>
          <a:p>
            <a:pPr marL="0" indent="0">
              <a:buNone/>
            </a:pPr>
            <a:r>
              <a:rPr lang="fr-FR" dirty="0"/>
              <a:t>        return </a:t>
            </a:r>
            <a:r>
              <a:rPr lang="fr-FR" dirty="0" err="1"/>
              <a:t>f"Billet</a:t>
            </a:r>
            <a:r>
              <a:rPr lang="fr-FR" dirty="0"/>
              <a:t> {</a:t>
            </a:r>
            <a:r>
              <a:rPr lang="fr-FR" dirty="0" err="1"/>
              <a:t>self.numero_billet</a:t>
            </a:r>
            <a:r>
              <a:rPr lang="fr-FR" dirty="0"/>
              <a:t>} - Train {</a:t>
            </a:r>
            <a:r>
              <a:rPr lang="fr-FR" dirty="0" err="1"/>
              <a:t>self.train.numero</a:t>
            </a:r>
            <a:r>
              <a:rPr lang="fr-FR" dirty="0"/>
              <a:t>} vers {</a:t>
            </a:r>
            <a:r>
              <a:rPr lang="fr-FR" dirty="0" err="1"/>
              <a:t>self.train.destination</a:t>
            </a:r>
            <a:r>
              <a:rPr lang="fr-FR" dirty="0"/>
              <a:t>}"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class Passager: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__init__(self, nom):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self.nom</a:t>
            </a:r>
            <a:r>
              <a:rPr lang="fr-FR" dirty="0"/>
              <a:t> = nom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self.billets</a:t>
            </a:r>
            <a:r>
              <a:rPr lang="fr-FR" dirty="0"/>
              <a:t> = []</a:t>
            </a:r>
          </a:p>
          <a:p>
            <a:pPr marL="0" indent="0">
              <a:buNone/>
            </a:pPr>
            <a:r>
              <a:rPr lang="fr-FR" dirty="0"/>
              <a:t>   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reserver_billet</a:t>
            </a:r>
            <a:r>
              <a:rPr lang="fr-FR" dirty="0"/>
              <a:t>(self, train):</a:t>
            </a:r>
          </a:p>
          <a:p>
            <a:pPr marL="0" indent="0">
              <a:buNone/>
            </a:pPr>
            <a:r>
              <a:rPr lang="fr-FR" dirty="0"/>
              <a:t>        if </a:t>
            </a:r>
            <a:r>
              <a:rPr lang="fr-FR" dirty="0" err="1"/>
              <a:t>train.reserver_place</a:t>
            </a:r>
            <a:r>
              <a:rPr lang="fr-FR" dirty="0"/>
              <a:t>():</a:t>
            </a:r>
          </a:p>
          <a:p>
            <a:pPr marL="0" indent="0">
              <a:buNone/>
            </a:pPr>
            <a:r>
              <a:rPr lang="fr-FR" dirty="0"/>
              <a:t>            </a:t>
            </a:r>
            <a:r>
              <a:rPr lang="fr-FR" dirty="0" err="1"/>
              <a:t>numero_billet</a:t>
            </a:r>
            <a:r>
              <a:rPr lang="fr-FR" dirty="0"/>
              <a:t> = </a:t>
            </a:r>
            <a:r>
              <a:rPr lang="fr-FR" dirty="0" err="1"/>
              <a:t>f"B</a:t>
            </a:r>
            <a:r>
              <a:rPr lang="fr-FR" dirty="0"/>
              <a:t>{</a:t>
            </a:r>
            <a:r>
              <a:rPr lang="fr-FR" dirty="0" err="1"/>
              <a:t>len</a:t>
            </a:r>
            <a:r>
              <a:rPr lang="fr-FR" dirty="0"/>
              <a:t>(</a:t>
            </a:r>
            <a:r>
              <a:rPr lang="fr-FR" dirty="0" err="1"/>
              <a:t>self.billets</a:t>
            </a:r>
            <a:r>
              <a:rPr lang="fr-FR" dirty="0"/>
              <a:t>)+1:03d}"</a:t>
            </a:r>
          </a:p>
          <a:p>
            <a:pPr marL="0" indent="0">
              <a:buNone/>
            </a:pPr>
            <a:r>
              <a:rPr lang="fr-FR" dirty="0"/>
              <a:t>            billet = Billet(</a:t>
            </a:r>
            <a:r>
              <a:rPr lang="fr-FR" dirty="0" err="1"/>
              <a:t>numero_billet</a:t>
            </a:r>
            <a:r>
              <a:rPr lang="fr-FR" dirty="0"/>
              <a:t>, train, self)</a:t>
            </a:r>
          </a:p>
          <a:p>
            <a:pPr marL="0" indent="0">
              <a:buNone/>
            </a:pPr>
            <a:r>
              <a:rPr lang="fr-FR" dirty="0"/>
              <a:t>            </a:t>
            </a:r>
            <a:r>
              <a:rPr lang="fr-FR" dirty="0" err="1"/>
              <a:t>self.billets.append</a:t>
            </a:r>
            <a:r>
              <a:rPr lang="fr-FR" dirty="0"/>
              <a:t>(billet)</a:t>
            </a:r>
          </a:p>
          <a:p>
            <a:pPr marL="0" indent="0">
              <a:buNone/>
            </a:pPr>
            <a:r>
              <a:rPr lang="fr-FR" dirty="0"/>
              <a:t>            </a:t>
            </a:r>
            <a:r>
              <a:rPr lang="fr-FR" dirty="0" err="1"/>
              <a:t>print</a:t>
            </a:r>
            <a:r>
              <a:rPr lang="fr-FR" dirty="0"/>
              <a:t>(f" {</a:t>
            </a:r>
            <a:r>
              <a:rPr lang="fr-FR" dirty="0" err="1"/>
              <a:t>self.nom</a:t>
            </a:r>
            <a:r>
              <a:rPr lang="fr-FR" dirty="0"/>
              <a:t>} a réservé un billet pour {</a:t>
            </a:r>
            <a:r>
              <a:rPr lang="fr-FR" dirty="0" err="1"/>
              <a:t>train.destination</a:t>
            </a:r>
            <a:r>
              <a:rPr lang="fr-FR" dirty="0"/>
              <a:t>}")</a:t>
            </a:r>
          </a:p>
          <a:p>
            <a:pPr marL="0" indent="0">
              <a:buNone/>
            </a:pPr>
            <a:r>
              <a:rPr lang="fr-FR" dirty="0"/>
              <a:t>            return billet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else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            </a:t>
            </a:r>
            <a:r>
              <a:rPr lang="fr-FR" dirty="0" err="1"/>
              <a:t>print</a:t>
            </a:r>
            <a:r>
              <a:rPr lang="fr-FR" dirty="0"/>
              <a:t>(f" Plus de places disponibles pour le train vers {</a:t>
            </a:r>
            <a:r>
              <a:rPr lang="fr-FR" dirty="0" err="1"/>
              <a:t>train.destination</a:t>
            </a:r>
            <a:r>
              <a:rPr lang="fr-FR" dirty="0"/>
              <a:t>}")</a:t>
            </a:r>
          </a:p>
          <a:p>
            <a:pPr marL="0" indent="0">
              <a:buNone/>
            </a:pPr>
            <a:r>
              <a:rPr lang="fr-FR" dirty="0"/>
              <a:t>            return None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56141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5B861-6B86-1052-CDB7-8DB7754E1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BB8190-B603-41AF-2BAC-5EF08CD83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390525"/>
            <a:ext cx="11268075" cy="6019800"/>
          </a:xfrm>
        </p:spPr>
        <p:txBody>
          <a:bodyPr>
            <a:normAutofit fontScale="62500" lnSpcReduction="20000"/>
          </a:bodyPr>
          <a:lstStyle/>
          <a:p>
            <a:r>
              <a:rPr lang="fr-FR" b="1" dirty="0"/>
              <a:t>Utilisation du système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Création des trains</a:t>
            </a:r>
          </a:p>
          <a:p>
            <a:pPr marL="0" indent="0">
              <a:buNone/>
            </a:pPr>
            <a:r>
              <a:rPr lang="fr-FR" dirty="0"/>
              <a:t>train1 = Train("TGV123", "Casablanca", 2)</a:t>
            </a:r>
          </a:p>
          <a:p>
            <a:pPr marL="0" indent="0">
              <a:buNone/>
            </a:pPr>
            <a:r>
              <a:rPr lang="fr-FR" dirty="0"/>
              <a:t>train2 = Train("TL12", "Marrakech", 1)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Création des passagers</a:t>
            </a:r>
          </a:p>
          <a:p>
            <a:pPr marL="0" indent="0">
              <a:buNone/>
            </a:pPr>
            <a:r>
              <a:rPr lang="fr-FR" dirty="0"/>
              <a:t>passager1 = Passager("Ahmed")</a:t>
            </a:r>
          </a:p>
          <a:p>
            <a:pPr marL="0" indent="0">
              <a:buNone/>
            </a:pPr>
            <a:r>
              <a:rPr lang="fr-FR" dirty="0"/>
              <a:t>passager2 = Passager("Fatima")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# Réservations</a:t>
            </a:r>
          </a:p>
          <a:p>
            <a:pPr marL="0" indent="0">
              <a:buNone/>
            </a:pPr>
            <a:r>
              <a:rPr lang="fr-FR" dirty="0"/>
              <a:t>b1 = passager1.reserver_billet(train1)  #  Réservation réussie</a:t>
            </a:r>
          </a:p>
          <a:p>
            <a:pPr marL="0" indent="0">
              <a:buNone/>
            </a:pPr>
            <a:r>
              <a:rPr lang="fr-FR" dirty="0"/>
              <a:t>b2 = passager2.reserver_billet(train1)  # Réservation réussie  </a:t>
            </a:r>
          </a:p>
          <a:p>
            <a:pPr marL="0" indent="0">
              <a:buNone/>
            </a:pPr>
            <a:r>
              <a:rPr lang="fr-FR" dirty="0"/>
              <a:t>b3 = passager1.reserver_billet(train1)  # Plus de places</a:t>
            </a:r>
          </a:p>
          <a:p>
            <a:pPr marL="0" indent="0">
              <a:buNone/>
            </a:pPr>
            <a:r>
              <a:rPr lang="fr-FR" dirty="0"/>
              <a:t>b4 = passager2.reserver_billet(train2)  # Réservation réussie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(f"\</a:t>
            </a:r>
            <a:r>
              <a:rPr lang="fr-FR" dirty="0" err="1"/>
              <a:t>nPlaces</a:t>
            </a:r>
            <a:r>
              <a:rPr lang="fr-FR" dirty="0"/>
              <a:t> restantes Casablanca: {train1.get_places_disponibles()}")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f"Places</a:t>
            </a:r>
            <a:r>
              <a:rPr lang="fr-FR" dirty="0"/>
              <a:t> restantes Marrakech: {train2.get_places_disponibles()}")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39604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72F809-7B5A-72FA-568B-1BF233391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495300"/>
            <a:ext cx="10887075" cy="5681663"/>
          </a:xfrm>
        </p:spPr>
        <p:txBody>
          <a:bodyPr>
            <a:normAutofit/>
          </a:bodyPr>
          <a:lstStyle/>
          <a:p>
            <a:r>
              <a:rPr lang="fr-FR" b="1" dirty="0"/>
              <a:t>Résultat de l'exécution</a:t>
            </a:r>
            <a:endParaRPr lang="fr-FR" dirty="0"/>
          </a:p>
          <a:p>
            <a:endParaRPr lang="fr-FR" dirty="0"/>
          </a:p>
          <a:p>
            <a:r>
              <a:rPr lang="fr-FR" dirty="0"/>
              <a:t>Ahmed a réservé un billet pour Casablanca</a:t>
            </a:r>
          </a:p>
          <a:p>
            <a:r>
              <a:rPr lang="fr-FR" dirty="0"/>
              <a:t>Fatima a réservé un billet pour Casablanca</a:t>
            </a:r>
          </a:p>
          <a:p>
            <a:r>
              <a:rPr lang="fr-FR" dirty="0"/>
              <a:t>Plus de places disponibles pour le train vers Casablanca</a:t>
            </a:r>
          </a:p>
          <a:p>
            <a:r>
              <a:rPr lang="fr-FR" dirty="0"/>
              <a:t>Fatima a réservé un billet pour Marrakech</a:t>
            </a:r>
          </a:p>
          <a:p>
            <a:endParaRPr lang="fr-FR" dirty="0"/>
          </a:p>
          <a:p>
            <a:r>
              <a:rPr lang="fr-FR" dirty="0"/>
              <a:t>Places restantes Casablanca: 0</a:t>
            </a:r>
          </a:p>
          <a:p>
            <a:r>
              <a:rPr lang="fr-FR" dirty="0"/>
              <a:t>Places restantes Marrakech: 0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86726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137</TotalTime>
  <Words>4485</Words>
  <Application>Microsoft Office PowerPoint</Application>
  <PresentationFormat>Grand écran</PresentationFormat>
  <Paragraphs>632</Paragraphs>
  <Slides>47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1" baseType="lpstr">
      <vt:lpstr>Arial</vt:lpstr>
      <vt:lpstr>Calibri</vt:lpstr>
      <vt:lpstr>Calibri Light</vt:lpstr>
      <vt:lpstr>Thème Office</vt:lpstr>
      <vt:lpstr>POO sous Python séance num 4</vt:lpstr>
      <vt:lpstr>Séance numéro 4 : Fondamentaux de la POO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chtouki fatima</dc:creator>
  <cp:lastModifiedBy>chtouki fatima</cp:lastModifiedBy>
  <cp:revision>34</cp:revision>
  <dcterms:created xsi:type="dcterms:W3CDTF">2025-11-04T22:29:21Z</dcterms:created>
  <dcterms:modified xsi:type="dcterms:W3CDTF">2025-11-05T10:24:13Z</dcterms:modified>
</cp:coreProperties>
</file>